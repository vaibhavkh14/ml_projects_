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embeddedFontLst>
    <p:embeddedFont>
      <p:font typeface="Sorts Mill Goudy"/>
      <p:regular r:id="rId18"/>
      <p: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SortsMillGoudy-italic.fntdata"/><Relationship Id="rId6" Type="http://schemas.openxmlformats.org/officeDocument/2006/relationships/slide" Target="slides/slide1.xml"/><Relationship Id="rId18" Type="http://schemas.openxmlformats.org/officeDocument/2006/relationships/font" Target="fonts/SortsMillGoudy-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5400"/>
              <a:buFont typeface="Sorts Mill Goudy"/>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 type="subTitle"/>
          </p:nvPr>
        </p:nvSpPr>
        <p:spPr>
          <a:xfrm>
            <a:off x="1370693" y="377348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lnSpc>
                <a:spcPct val="110000"/>
              </a:lnSpc>
              <a:spcBef>
                <a:spcPts val="460"/>
              </a:spcBef>
              <a:spcAft>
                <a:spcPts val="0"/>
              </a:spcAft>
              <a:buSzPts val="1610"/>
              <a:buNone/>
              <a:defRPr>
                <a:solidFill>
                  <a:schemeClr val="lt1"/>
                </a:solidFill>
              </a:defRPr>
            </a:lvl1pPr>
            <a:lvl2pPr lvl="1" algn="ctr">
              <a:spcBef>
                <a:spcPts val="600"/>
              </a:spcBef>
              <a:spcAft>
                <a:spcPts val="0"/>
              </a:spcAft>
              <a:buSzPts val="1470"/>
              <a:buNone/>
              <a:defRPr>
                <a:solidFill>
                  <a:schemeClr val="lt1"/>
                </a:solidFill>
              </a:defRPr>
            </a:lvl2pPr>
            <a:lvl3pPr lvl="2" algn="ctr">
              <a:spcBef>
                <a:spcPts val="600"/>
              </a:spcBef>
              <a:spcAft>
                <a:spcPts val="0"/>
              </a:spcAft>
              <a:buSzPts val="126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18" name="Google Shape;18;p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24" name="Google Shape;24;p3"/>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5"/>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36" name="Google Shape;36;p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9" name="Shape 39"/>
        <p:cNvGrpSpPr/>
        <p:nvPr/>
      </p:nvGrpSpPr>
      <p:grpSpPr>
        <a:xfrm>
          <a:off x="0" y="0"/>
          <a:ext cx="0" cy="0"/>
          <a:chOff x="0" y="0"/>
          <a:chExt cx="0" cy="0"/>
        </a:xfrm>
      </p:grpSpPr>
      <p:sp>
        <p:nvSpPr>
          <p:cNvPr id="40" name="Google Shape;40;p6"/>
          <p:cNvSpPr txBox="1"/>
          <p:nvPr>
            <p:ph type="ctrTitle"/>
          </p:nvPr>
        </p:nvSpPr>
        <p:spPr>
          <a:xfrm>
            <a:off x="1370693" y="1769540"/>
            <a:ext cx="9440034" cy="1828801"/>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5400"/>
              <a:buFont typeface="Sorts Mill Goudy"/>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
          <p:cNvSpPr txBox="1"/>
          <p:nvPr>
            <p:ph idx="1" type="subTitle"/>
          </p:nvPr>
        </p:nvSpPr>
        <p:spPr>
          <a:xfrm>
            <a:off x="1370693" y="3773489"/>
            <a:ext cx="9440034" cy="1049867"/>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lvl="0" algn="ctr">
              <a:lnSpc>
                <a:spcPct val="110000"/>
              </a:lnSpc>
              <a:spcBef>
                <a:spcPts val="460"/>
              </a:spcBef>
              <a:spcAft>
                <a:spcPts val="0"/>
              </a:spcAft>
              <a:buSzPts val="1610"/>
              <a:buNone/>
              <a:defRPr>
                <a:solidFill>
                  <a:schemeClr val="lt1"/>
                </a:solidFill>
              </a:defRPr>
            </a:lvl1pPr>
            <a:lvl2pPr lvl="1" algn="ctr">
              <a:spcBef>
                <a:spcPts val="600"/>
              </a:spcBef>
              <a:spcAft>
                <a:spcPts val="0"/>
              </a:spcAft>
              <a:buSzPts val="1470"/>
              <a:buNone/>
              <a:defRPr>
                <a:solidFill>
                  <a:schemeClr val="lt1"/>
                </a:solidFill>
              </a:defRPr>
            </a:lvl2pPr>
            <a:lvl3pPr lvl="2" algn="ctr">
              <a:spcBef>
                <a:spcPts val="600"/>
              </a:spcBef>
              <a:spcAft>
                <a:spcPts val="0"/>
              </a:spcAft>
              <a:buSzPts val="1260"/>
              <a:buNone/>
              <a:defRPr>
                <a:solidFill>
                  <a:schemeClr val="lt1"/>
                </a:solidFill>
              </a:defRPr>
            </a:lvl3pPr>
            <a:lvl4pPr lvl="3" algn="ctr">
              <a:spcBef>
                <a:spcPts val="600"/>
              </a:spcBef>
              <a:spcAft>
                <a:spcPts val="0"/>
              </a:spcAft>
              <a:buSzPts val="1120"/>
              <a:buNone/>
              <a:defRPr>
                <a:solidFill>
                  <a:schemeClr val="lt1"/>
                </a:solidFill>
              </a:defRPr>
            </a:lvl4pPr>
            <a:lvl5pPr lvl="4" algn="ctr">
              <a:spcBef>
                <a:spcPts val="600"/>
              </a:spcBef>
              <a:spcAft>
                <a:spcPts val="0"/>
              </a:spcAft>
              <a:buSzPts val="1120"/>
              <a:buNone/>
              <a:defRPr>
                <a:solidFill>
                  <a:schemeClr val="lt1"/>
                </a:solidFill>
              </a:defRPr>
            </a:lvl5pPr>
            <a:lvl6pPr lvl="5" algn="ctr">
              <a:spcBef>
                <a:spcPts val="600"/>
              </a:spcBef>
              <a:spcAft>
                <a:spcPts val="0"/>
              </a:spcAft>
              <a:buSzPts val="980"/>
              <a:buNone/>
              <a:defRPr>
                <a:solidFill>
                  <a:schemeClr val="lt1"/>
                </a:solidFill>
              </a:defRPr>
            </a:lvl6pPr>
            <a:lvl7pPr lvl="6" algn="ctr">
              <a:spcBef>
                <a:spcPts val="600"/>
              </a:spcBef>
              <a:spcAft>
                <a:spcPts val="0"/>
              </a:spcAft>
              <a:buSzPts val="980"/>
              <a:buNone/>
              <a:defRPr>
                <a:solidFill>
                  <a:schemeClr val="lt1"/>
                </a:solidFill>
              </a:defRPr>
            </a:lvl7pPr>
            <a:lvl8pPr lvl="7" algn="ctr">
              <a:spcBef>
                <a:spcPts val="600"/>
              </a:spcBef>
              <a:spcAft>
                <a:spcPts val="0"/>
              </a:spcAft>
              <a:buSzPts val="980"/>
              <a:buNone/>
              <a:defRPr>
                <a:solidFill>
                  <a:schemeClr val="lt1"/>
                </a:solidFill>
              </a:defRPr>
            </a:lvl8pPr>
            <a:lvl9pPr lvl="8" algn="ctr">
              <a:spcBef>
                <a:spcPts val="600"/>
              </a:spcBef>
              <a:spcAft>
                <a:spcPts val="600"/>
              </a:spcAft>
              <a:buSzPts val="980"/>
              <a:buNone/>
              <a:defRPr>
                <a:solidFill>
                  <a:schemeClr val="lt1"/>
                </a:solidFill>
              </a:defRPr>
            </a:lvl9pPr>
          </a:lstStyle>
          <a:p/>
        </p:txBody>
      </p:sp>
      <p:sp>
        <p:nvSpPr>
          <p:cNvPr id="42" name="Google Shape;42;p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7"/>
          <p:cNvSpPr txBox="1"/>
          <p:nvPr>
            <p:ph type="title"/>
          </p:nvPr>
        </p:nvSpPr>
        <p:spPr>
          <a:xfrm>
            <a:off x="1295401" y="1761067"/>
            <a:ext cx="9590550" cy="182881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4000"/>
              <a:buFont typeface="Sorts Mill Goudy"/>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 type="body"/>
          </p:nvPr>
        </p:nvSpPr>
        <p:spPr>
          <a:xfrm>
            <a:off x="1295401" y="3763439"/>
            <a:ext cx="9590550" cy="133349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400"/>
              </a:spcBef>
              <a:spcAft>
                <a:spcPts val="0"/>
              </a:spcAft>
              <a:buSzPts val="1400"/>
              <a:buNone/>
              <a:defRPr sz="2000">
                <a:solidFill>
                  <a:schemeClr val="lt1"/>
                </a:solidFill>
              </a:defRPr>
            </a:lvl1pPr>
            <a:lvl2pPr indent="-228600" lvl="1" marL="914400" algn="l">
              <a:spcBef>
                <a:spcPts val="600"/>
              </a:spcBef>
              <a:spcAft>
                <a:spcPts val="0"/>
              </a:spcAft>
              <a:buSzPts val="1260"/>
              <a:buNone/>
              <a:defRPr sz="1800">
                <a:solidFill>
                  <a:schemeClr val="lt1"/>
                </a:solidFill>
              </a:defRPr>
            </a:lvl2pPr>
            <a:lvl3pPr indent="-228600" lvl="2" marL="1371600" algn="l">
              <a:spcBef>
                <a:spcPts val="600"/>
              </a:spcBef>
              <a:spcAft>
                <a:spcPts val="0"/>
              </a:spcAft>
              <a:buSzPts val="1120"/>
              <a:buNone/>
              <a:defRPr sz="1600">
                <a:solidFill>
                  <a:schemeClr val="lt1"/>
                </a:solidFill>
              </a:defRPr>
            </a:lvl3pPr>
            <a:lvl4pPr indent="-228600" lvl="3" marL="1828800" algn="l">
              <a:spcBef>
                <a:spcPts val="600"/>
              </a:spcBef>
              <a:spcAft>
                <a:spcPts val="0"/>
              </a:spcAft>
              <a:buSzPts val="980"/>
              <a:buNone/>
              <a:defRPr sz="1400">
                <a:solidFill>
                  <a:schemeClr val="lt1"/>
                </a:solidFill>
              </a:defRPr>
            </a:lvl4pPr>
            <a:lvl5pPr indent="-228600" lvl="4" marL="2286000" algn="l">
              <a:spcBef>
                <a:spcPts val="600"/>
              </a:spcBef>
              <a:spcAft>
                <a:spcPts val="0"/>
              </a:spcAft>
              <a:buSzPts val="980"/>
              <a:buNone/>
              <a:defRPr sz="1400">
                <a:solidFill>
                  <a:schemeClr val="lt1"/>
                </a:solidFill>
              </a:defRPr>
            </a:lvl5pPr>
            <a:lvl6pPr indent="-228600" lvl="5" marL="2743200" algn="l">
              <a:spcBef>
                <a:spcPts val="600"/>
              </a:spcBef>
              <a:spcAft>
                <a:spcPts val="0"/>
              </a:spcAft>
              <a:buSzPts val="980"/>
              <a:buNone/>
              <a:defRPr sz="1400">
                <a:solidFill>
                  <a:schemeClr val="lt1"/>
                </a:solidFill>
              </a:defRPr>
            </a:lvl6pPr>
            <a:lvl7pPr indent="-228600" lvl="6" marL="3200400" algn="l">
              <a:spcBef>
                <a:spcPts val="600"/>
              </a:spcBef>
              <a:spcAft>
                <a:spcPts val="0"/>
              </a:spcAft>
              <a:buSzPts val="980"/>
              <a:buNone/>
              <a:defRPr sz="1400">
                <a:solidFill>
                  <a:schemeClr val="lt1"/>
                </a:solidFill>
              </a:defRPr>
            </a:lvl7pPr>
            <a:lvl8pPr indent="-228600" lvl="7" marL="3657600" algn="l">
              <a:spcBef>
                <a:spcPts val="600"/>
              </a:spcBef>
              <a:spcAft>
                <a:spcPts val="0"/>
              </a:spcAft>
              <a:buSzPts val="980"/>
              <a:buNone/>
              <a:defRPr sz="1400">
                <a:solidFill>
                  <a:schemeClr val="lt1"/>
                </a:solidFill>
              </a:defRPr>
            </a:lvl8pPr>
            <a:lvl9pPr indent="-228600" lvl="8" marL="4114800" algn="l">
              <a:spcBef>
                <a:spcPts val="600"/>
              </a:spcBef>
              <a:spcAft>
                <a:spcPts val="600"/>
              </a:spcAft>
              <a:buSzPts val="980"/>
              <a:buNone/>
              <a:defRPr sz="1400">
                <a:solidFill>
                  <a:schemeClr val="lt1"/>
                </a:solidFill>
              </a:defRPr>
            </a:lvl9pPr>
          </a:lstStyle>
          <a:p/>
        </p:txBody>
      </p:sp>
      <p:sp>
        <p:nvSpPr>
          <p:cNvPr id="48" name="Google Shape;48;p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8"/>
          <p:cNvSpPr txBox="1"/>
          <p:nvPr>
            <p:ph type="title"/>
          </p:nvPr>
        </p:nvSpPr>
        <p:spPr>
          <a:xfrm>
            <a:off x="913795" y="609600"/>
            <a:ext cx="10353762" cy="1261872"/>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 type="body"/>
          </p:nvPr>
        </p:nvSpPr>
        <p:spPr>
          <a:xfrm>
            <a:off x="913795" y="2076450"/>
            <a:ext cx="4856841" cy="362267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54" name="Google Shape;54;p8"/>
          <p:cNvSpPr txBox="1"/>
          <p:nvPr>
            <p:ph idx="2" type="body"/>
          </p:nvPr>
        </p:nvSpPr>
        <p:spPr>
          <a:xfrm>
            <a:off x="6410716" y="2076451"/>
            <a:ext cx="4856841" cy="36226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55" name="Google Shape;55;p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pic>
        <p:nvPicPr>
          <p:cNvPr descr="Slate-V2-HD-compPhotoInset.png" id="59" name="Google Shape;59;p9"/>
          <p:cNvPicPr preferRelativeResize="0"/>
          <p:nvPr/>
        </p:nvPicPr>
        <p:blipFill rotWithShape="1">
          <a:blip r:embed="rId2">
            <a:alphaModFix/>
          </a:blip>
          <a:srcRect b="0" l="0" r="0" t="0"/>
          <a:stretch/>
        </p:blipFill>
        <p:spPr>
          <a:xfrm>
            <a:off x="913795" y="1734506"/>
            <a:ext cx="5029200" cy="4099959"/>
          </a:xfrm>
          <a:prstGeom prst="rect">
            <a:avLst/>
          </a:prstGeom>
          <a:noFill/>
          <a:ln>
            <a:noFill/>
          </a:ln>
        </p:spPr>
      </p:pic>
      <p:pic>
        <p:nvPicPr>
          <p:cNvPr descr="Slate-V2-HD-compPhotoInset.png" id="60" name="Google Shape;60;p9"/>
          <p:cNvPicPr preferRelativeResize="0"/>
          <p:nvPr/>
        </p:nvPicPr>
        <p:blipFill rotWithShape="1">
          <a:blip r:embed="rId2">
            <a:alphaModFix/>
          </a:blip>
          <a:srcRect b="0" l="0" r="0" t="0"/>
          <a:stretch/>
        </p:blipFill>
        <p:spPr>
          <a:xfrm>
            <a:off x="6238357" y="1734506"/>
            <a:ext cx="5029200" cy="4099959"/>
          </a:xfrm>
          <a:prstGeom prst="rect">
            <a:avLst/>
          </a:prstGeom>
          <a:noFill/>
          <a:ln>
            <a:noFill/>
          </a:ln>
        </p:spPr>
      </p:pic>
      <p:sp>
        <p:nvSpPr>
          <p:cNvPr id="61" name="Google Shape;61;p9"/>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600"/>
              <a:buFont typeface="Sorts Mill Goudy"/>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9"/>
          <p:cNvSpPr txBox="1"/>
          <p:nvPr>
            <p:ph idx="1" type="body"/>
          </p:nvPr>
        </p:nvSpPr>
        <p:spPr>
          <a:xfrm>
            <a:off x="1046013" y="1855153"/>
            <a:ext cx="4764764" cy="69249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63" name="Google Shape;63;p9"/>
          <p:cNvSpPr txBox="1"/>
          <p:nvPr>
            <p:ph idx="2" type="body"/>
          </p:nvPr>
        </p:nvSpPr>
        <p:spPr>
          <a:xfrm>
            <a:off x="1046013" y="2702103"/>
            <a:ext cx="4764764"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4" name="Google Shape;64;p9"/>
          <p:cNvSpPr txBox="1"/>
          <p:nvPr>
            <p:ph idx="3" type="body"/>
          </p:nvPr>
        </p:nvSpPr>
        <p:spPr>
          <a:xfrm>
            <a:off x="6363166" y="1855152"/>
            <a:ext cx="4779582" cy="69249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80"/>
              </a:spcBef>
              <a:spcAft>
                <a:spcPts val="0"/>
              </a:spcAft>
              <a:buSzPts val="1680"/>
              <a:buNone/>
              <a:defRPr b="0" sz="2400"/>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65" name="Google Shape;65;p9"/>
          <p:cNvSpPr txBox="1"/>
          <p:nvPr>
            <p:ph idx="4" type="body"/>
          </p:nvPr>
        </p:nvSpPr>
        <p:spPr>
          <a:xfrm>
            <a:off x="6363167" y="2702103"/>
            <a:ext cx="4779581" cy="3043533"/>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sz="1800"/>
            </a:lvl1pPr>
            <a:lvl2pPr indent="-299719" lvl="1" marL="914400" algn="l">
              <a:spcBef>
                <a:spcPts val="600"/>
              </a:spcBef>
              <a:spcAft>
                <a:spcPts val="0"/>
              </a:spcAft>
              <a:buSzPts val="1120"/>
              <a:buChar char="🞚"/>
              <a:defRPr sz="1600"/>
            </a:lvl2pPr>
            <a:lvl3pPr indent="-290830" lvl="2" marL="1371600" algn="l">
              <a:spcBef>
                <a:spcPts val="600"/>
              </a:spcBef>
              <a:spcAft>
                <a:spcPts val="0"/>
              </a:spcAft>
              <a:buSzPts val="980"/>
              <a:buChar char="◈"/>
              <a:defRPr sz="1400"/>
            </a:lvl3pPr>
            <a:lvl4pPr indent="-281939" lvl="3" marL="1828800" algn="l">
              <a:spcBef>
                <a:spcPts val="600"/>
              </a:spcBef>
              <a:spcAft>
                <a:spcPts val="0"/>
              </a:spcAft>
              <a:buSzPts val="840"/>
              <a:buChar char="🞚"/>
              <a:defRPr sz="1200"/>
            </a:lvl4pPr>
            <a:lvl5pPr indent="-281939" lvl="4" marL="2286000" algn="l">
              <a:spcBef>
                <a:spcPts val="600"/>
              </a:spcBef>
              <a:spcAft>
                <a:spcPts val="0"/>
              </a:spcAft>
              <a:buSzPts val="840"/>
              <a:buChar char="◈"/>
              <a:defRPr sz="1200"/>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66" name="Google Shape;66;p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0"/>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0"/>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4" name="Shape 74"/>
        <p:cNvGrpSpPr/>
        <p:nvPr/>
      </p:nvGrpSpPr>
      <p:grpSpPr>
        <a:xfrm>
          <a:off x="0" y="0"/>
          <a:ext cx="0" cy="0"/>
          <a:chOff x="0" y="0"/>
          <a:chExt cx="0" cy="0"/>
        </a:xfrm>
      </p:grpSpPr>
      <p:sp>
        <p:nvSpPr>
          <p:cNvPr id="75" name="Google Shape;75;p1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8" name="Shape 78"/>
        <p:cNvGrpSpPr/>
        <p:nvPr/>
      </p:nvGrpSpPr>
      <p:grpSpPr>
        <a:xfrm>
          <a:off x="0" y="0"/>
          <a:ext cx="0" cy="0"/>
          <a:chOff x="0" y="0"/>
          <a:chExt cx="0" cy="0"/>
        </a:xfrm>
      </p:grpSpPr>
      <p:sp>
        <p:nvSpPr>
          <p:cNvPr id="79" name="Google Shape;79;p12"/>
          <p:cNvSpPr txBox="1"/>
          <p:nvPr>
            <p:ph type="title"/>
          </p:nvPr>
        </p:nvSpPr>
        <p:spPr>
          <a:xfrm>
            <a:off x="913795" y="609600"/>
            <a:ext cx="3706889" cy="1821918"/>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Sorts Mill Goudy"/>
              <a:buNone/>
              <a:defRPr b="0"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 type="body"/>
          </p:nvPr>
        </p:nvSpPr>
        <p:spPr>
          <a:xfrm>
            <a:off x="4855633" y="609600"/>
            <a:ext cx="6411924" cy="508000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08610" lvl="0" marL="457200" algn="l">
              <a:lnSpc>
                <a:spcPct val="110000"/>
              </a:lnSpc>
              <a:spcBef>
                <a:spcPts val="360"/>
              </a:spcBef>
              <a:spcAft>
                <a:spcPts val="0"/>
              </a:spcAft>
              <a:buSzPts val="1260"/>
              <a:buChar char="◈"/>
              <a:defRPr/>
            </a:lvl1pPr>
            <a:lvl2pPr indent="-308610" lvl="1" marL="914400" algn="l">
              <a:spcBef>
                <a:spcPts val="600"/>
              </a:spcBef>
              <a:spcAft>
                <a:spcPts val="0"/>
              </a:spcAft>
              <a:buSzPts val="1260"/>
              <a:buChar char="🞚"/>
              <a:defRPr/>
            </a:lvl2pPr>
            <a:lvl3pPr indent="-308610" lvl="2" marL="1371600" algn="l">
              <a:spcBef>
                <a:spcPts val="600"/>
              </a:spcBef>
              <a:spcAft>
                <a:spcPts val="0"/>
              </a:spcAft>
              <a:buSzPts val="1260"/>
              <a:buChar char="◈"/>
              <a:defRPr/>
            </a:lvl3pPr>
            <a:lvl4pPr indent="-308610" lvl="3" marL="1828800" algn="l">
              <a:spcBef>
                <a:spcPts val="600"/>
              </a:spcBef>
              <a:spcAft>
                <a:spcPts val="0"/>
              </a:spcAft>
              <a:buSzPts val="1260"/>
              <a:buChar char="🞚"/>
              <a:defRPr/>
            </a:lvl4pPr>
            <a:lvl5pPr indent="-308610" lvl="4" marL="2286000" algn="l">
              <a:spcBef>
                <a:spcPts val="600"/>
              </a:spcBef>
              <a:spcAft>
                <a:spcPts val="0"/>
              </a:spcAft>
              <a:buSzPts val="1260"/>
              <a:buChar char="◈"/>
              <a:defRPr/>
            </a:lvl5pPr>
            <a:lvl6pPr indent="-308610" lvl="5" marL="2743200" algn="l">
              <a:spcBef>
                <a:spcPts val="600"/>
              </a:spcBef>
              <a:spcAft>
                <a:spcPts val="0"/>
              </a:spcAft>
              <a:buSzPts val="1260"/>
              <a:buChar char="◈"/>
              <a:defRPr/>
            </a:lvl6pPr>
            <a:lvl7pPr indent="-308610" lvl="6" marL="3200400" algn="l">
              <a:spcBef>
                <a:spcPts val="600"/>
              </a:spcBef>
              <a:spcAft>
                <a:spcPts val="0"/>
              </a:spcAft>
              <a:buSzPts val="1260"/>
              <a:buChar char="◈"/>
              <a:defRPr/>
            </a:lvl7pPr>
            <a:lvl8pPr indent="-308609" lvl="7" marL="3657600" algn="l">
              <a:spcBef>
                <a:spcPts val="600"/>
              </a:spcBef>
              <a:spcAft>
                <a:spcPts val="0"/>
              </a:spcAft>
              <a:buSzPts val="1260"/>
              <a:buChar char="◈"/>
              <a:defRPr/>
            </a:lvl8pPr>
            <a:lvl9pPr indent="-308609" lvl="8" marL="4114800" algn="l">
              <a:spcBef>
                <a:spcPts val="600"/>
              </a:spcBef>
              <a:spcAft>
                <a:spcPts val="600"/>
              </a:spcAft>
              <a:buSzPts val="1260"/>
              <a:buChar char="◈"/>
              <a:defRPr/>
            </a:lvl9pPr>
          </a:lstStyle>
          <a:p/>
        </p:txBody>
      </p:sp>
      <p:sp>
        <p:nvSpPr>
          <p:cNvPr id="81" name="Google Shape;81;p12"/>
          <p:cNvSpPr txBox="1"/>
          <p:nvPr>
            <p:ph idx="2" type="body"/>
          </p:nvPr>
        </p:nvSpPr>
        <p:spPr>
          <a:xfrm>
            <a:off x="913795" y="2673351"/>
            <a:ext cx="3706889" cy="3016250"/>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82" name="Google Shape;82;p12"/>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2"/>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pic>
        <p:nvPicPr>
          <p:cNvPr descr="Slate-V2-HD-vertPhotoInset.png" id="86" name="Google Shape;86;p13"/>
          <p:cNvPicPr preferRelativeResize="0"/>
          <p:nvPr/>
        </p:nvPicPr>
        <p:blipFill rotWithShape="1">
          <a:blip r:embed="rId2">
            <a:alphaModFix/>
          </a:blip>
          <a:srcRect b="0" l="0" r="0" t="0"/>
          <a:stretch/>
        </p:blipFill>
        <p:spPr>
          <a:xfrm>
            <a:off x="7293665" y="609600"/>
            <a:ext cx="3584166" cy="5204832"/>
          </a:xfrm>
          <a:prstGeom prst="rect">
            <a:avLst/>
          </a:prstGeom>
          <a:noFill/>
          <a:ln>
            <a:noFill/>
          </a:ln>
        </p:spPr>
      </p:pic>
      <p:sp>
        <p:nvSpPr>
          <p:cNvPr id="87" name="Google Shape;87;p13"/>
          <p:cNvSpPr txBox="1"/>
          <p:nvPr>
            <p:ph type="title"/>
          </p:nvPr>
        </p:nvSpPr>
        <p:spPr>
          <a:xfrm>
            <a:off x="913795" y="763701"/>
            <a:ext cx="5707899" cy="1675559"/>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lvl="0" algn="ctr">
              <a:lnSpc>
                <a:spcPct val="90000"/>
              </a:lnSpc>
              <a:spcBef>
                <a:spcPts val="0"/>
              </a:spcBef>
              <a:spcAft>
                <a:spcPts val="0"/>
              </a:spcAft>
              <a:buClr>
                <a:schemeClr val="lt2"/>
              </a:buClr>
              <a:buSzPts val="3200"/>
              <a:buFont typeface="Sorts Mill Goudy"/>
              <a:buNone/>
              <a:defRPr b="0"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3"/>
          <p:cNvSpPr/>
          <p:nvPr>
            <p:ph idx="2" type="pic"/>
          </p:nvPr>
        </p:nvSpPr>
        <p:spPr>
          <a:xfrm>
            <a:off x="7442551" y="763702"/>
            <a:ext cx="3275751" cy="4912822"/>
          </a:xfrm>
          <a:prstGeom prst="rect">
            <a:avLst/>
          </a:prstGeom>
          <a:noFill/>
          <a:ln>
            <a:noFill/>
          </a:ln>
          <a:effectLst>
            <a:outerShdw blurRad="38100" dir="4440000" dist="25400">
              <a:srgbClr val="000000">
                <a:alpha val="35686"/>
              </a:srgbClr>
            </a:outerShdw>
          </a:effectLst>
        </p:spPr>
      </p:sp>
      <p:sp>
        <p:nvSpPr>
          <p:cNvPr id="89" name="Google Shape;89;p13"/>
          <p:cNvSpPr txBox="1"/>
          <p:nvPr>
            <p:ph idx="1" type="body"/>
          </p:nvPr>
        </p:nvSpPr>
        <p:spPr>
          <a:xfrm>
            <a:off x="1473698" y="2679699"/>
            <a:ext cx="4588094" cy="3135695"/>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90" name="Google Shape;90;p13"/>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3"/>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3"/>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3" name="Shape 93"/>
        <p:cNvGrpSpPr/>
        <p:nvPr/>
      </p:nvGrpSpPr>
      <p:grpSpPr>
        <a:xfrm>
          <a:off x="0" y="0"/>
          <a:ext cx="0" cy="0"/>
          <a:chOff x="0" y="0"/>
          <a:chExt cx="0" cy="0"/>
        </a:xfrm>
      </p:grpSpPr>
      <p:pic>
        <p:nvPicPr>
          <p:cNvPr descr="Slate-V2-HD-panoPhotoInset.png" id="94" name="Google Shape;94;p14"/>
          <p:cNvPicPr preferRelativeResize="0"/>
          <p:nvPr/>
        </p:nvPicPr>
        <p:blipFill rotWithShape="1">
          <a:blip r:embed="rId2">
            <a:alphaModFix/>
          </a:blip>
          <a:srcRect b="0" l="0" r="0" t="0"/>
          <a:stretch/>
        </p:blipFill>
        <p:spPr>
          <a:xfrm>
            <a:off x="1013883" y="547807"/>
            <a:ext cx="10141799" cy="3816806"/>
          </a:xfrm>
          <a:prstGeom prst="rect">
            <a:avLst/>
          </a:prstGeom>
          <a:noFill/>
          <a:ln>
            <a:noFill/>
          </a:ln>
        </p:spPr>
      </p:pic>
      <p:sp>
        <p:nvSpPr>
          <p:cNvPr id="95" name="Google Shape;95;p14"/>
          <p:cNvSpPr txBox="1"/>
          <p:nvPr>
            <p:ph type="title"/>
          </p:nvPr>
        </p:nvSpPr>
        <p:spPr>
          <a:xfrm>
            <a:off x="913806" y="4565255"/>
            <a:ext cx="10355326" cy="54347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2800"/>
              <a:buFont typeface="Sorts Mill Goudy"/>
              <a:buNone/>
              <a:defRPr sz="2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4"/>
          <p:cNvSpPr/>
          <p:nvPr>
            <p:ph idx="2" type="pic"/>
          </p:nvPr>
        </p:nvSpPr>
        <p:spPr>
          <a:xfrm>
            <a:off x="1169349" y="695009"/>
            <a:ext cx="9845346" cy="3525671"/>
          </a:xfrm>
          <a:prstGeom prst="rect">
            <a:avLst/>
          </a:prstGeom>
          <a:noFill/>
          <a:ln>
            <a:noFill/>
          </a:ln>
          <a:effectLst>
            <a:outerShdw blurRad="38100" dir="4440000" dist="25400">
              <a:srgbClr val="000000">
                <a:alpha val="35686"/>
              </a:srgbClr>
            </a:outerShdw>
          </a:effectLst>
        </p:spPr>
      </p:sp>
      <p:sp>
        <p:nvSpPr>
          <p:cNvPr id="97" name="Google Shape;97;p14"/>
          <p:cNvSpPr txBox="1"/>
          <p:nvPr>
            <p:ph idx="1" type="body"/>
          </p:nvPr>
        </p:nvSpPr>
        <p:spPr>
          <a:xfrm>
            <a:off x="913795" y="5247728"/>
            <a:ext cx="10353762" cy="54347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98" name="Google Shape;98;p1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1" name="Shape 101"/>
        <p:cNvGrpSpPr/>
        <p:nvPr/>
      </p:nvGrpSpPr>
      <p:grpSpPr>
        <a:xfrm>
          <a:off x="0" y="0"/>
          <a:ext cx="0" cy="0"/>
          <a:chOff x="0" y="0"/>
          <a:chExt cx="0" cy="0"/>
        </a:xfrm>
      </p:grpSpPr>
      <p:sp>
        <p:nvSpPr>
          <p:cNvPr id="102" name="Google Shape;102;p15"/>
          <p:cNvSpPr txBox="1"/>
          <p:nvPr>
            <p:ph type="title"/>
          </p:nvPr>
        </p:nvSpPr>
        <p:spPr>
          <a:xfrm>
            <a:off x="913795" y="608437"/>
            <a:ext cx="10353762" cy="353434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4000"/>
              <a:buFont typeface="Sorts Mill Goudy"/>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5"/>
          <p:cNvSpPr txBox="1"/>
          <p:nvPr>
            <p:ph idx="1" type="body"/>
          </p:nvPr>
        </p:nvSpPr>
        <p:spPr>
          <a:xfrm>
            <a:off x="913794" y="4295180"/>
            <a:ext cx="10353763" cy="150182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04" name="Google Shape;104;p15"/>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5"/>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5"/>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7" name="Shape 107"/>
        <p:cNvGrpSpPr/>
        <p:nvPr/>
      </p:nvGrpSpPr>
      <p:grpSpPr>
        <a:xfrm>
          <a:off x="0" y="0"/>
          <a:ext cx="0" cy="0"/>
          <a:chOff x="0" y="0"/>
          <a:chExt cx="0" cy="0"/>
        </a:xfrm>
      </p:grpSpPr>
      <p:sp>
        <p:nvSpPr>
          <p:cNvPr id="108" name="Google Shape;108;p16"/>
          <p:cNvSpPr txBox="1"/>
          <p:nvPr>
            <p:ph type="title"/>
          </p:nvPr>
        </p:nvSpPr>
        <p:spPr>
          <a:xfrm>
            <a:off x="1446212" y="609600"/>
            <a:ext cx="9302752" cy="2992904"/>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3600"/>
              <a:buFont typeface="Sorts Mill Goudy"/>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6"/>
          <p:cNvSpPr txBox="1"/>
          <p:nvPr>
            <p:ph idx="1" type="body"/>
          </p:nvPr>
        </p:nvSpPr>
        <p:spPr>
          <a:xfrm>
            <a:off x="1720644" y="3610032"/>
            <a:ext cx="8752299" cy="532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r">
              <a:lnSpc>
                <a:spcPct val="110000"/>
              </a:lnSpc>
              <a:spcBef>
                <a:spcPts val="280"/>
              </a:spcBef>
              <a:spcAft>
                <a:spcPts val="0"/>
              </a:spcAft>
              <a:buSzPts val="980"/>
              <a:buNone/>
              <a:defRPr sz="14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10" name="Google Shape;110;p16"/>
          <p:cNvSpPr txBox="1"/>
          <p:nvPr>
            <p:ph idx="2" type="body"/>
          </p:nvPr>
        </p:nvSpPr>
        <p:spPr>
          <a:xfrm>
            <a:off x="913794" y="4304353"/>
            <a:ext cx="10353763" cy="1489496"/>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11" name="Google Shape;111;p16"/>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6"/>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6"/>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4" name="Google Shape;114;p16"/>
          <p:cNvSpPr txBox="1"/>
          <p:nvPr/>
        </p:nvSpPr>
        <p:spPr>
          <a:xfrm>
            <a:off x="990600" y="88479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Sorts Mill Goudy"/>
              <a:buNone/>
            </a:pPr>
            <a:r>
              <a:rPr b="0" lang="en-US" sz="8000" cap="none">
                <a:solidFill>
                  <a:schemeClr val="lt1"/>
                </a:solidFill>
                <a:latin typeface="Sorts Mill Goudy"/>
                <a:ea typeface="Sorts Mill Goudy"/>
                <a:cs typeface="Sorts Mill Goudy"/>
                <a:sym typeface="Sorts Mill Goudy"/>
              </a:rPr>
              <a:t>“</a:t>
            </a:r>
            <a:endParaRPr/>
          </a:p>
        </p:txBody>
      </p:sp>
      <p:sp>
        <p:nvSpPr>
          <p:cNvPr id="115" name="Google Shape;115;p16"/>
          <p:cNvSpPr txBox="1"/>
          <p:nvPr/>
        </p:nvSpPr>
        <p:spPr>
          <a:xfrm>
            <a:off x="10504716" y="2928258"/>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Sorts Mill Goudy"/>
              <a:buNone/>
            </a:pPr>
            <a:r>
              <a:rPr b="0" lang="en-US" sz="8000" cap="none">
                <a:solidFill>
                  <a:schemeClr val="lt1"/>
                </a:solidFill>
                <a:latin typeface="Sorts Mill Goudy"/>
                <a:ea typeface="Sorts Mill Goudy"/>
                <a:cs typeface="Sorts Mill Goudy"/>
                <a:sym typeface="Sorts Mill Goudy"/>
              </a:rPr>
              <a: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6" name="Shape 116"/>
        <p:cNvGrpSpPr/>
        <p:nvPr/>
      </p:nvGrpSpPr>
      <p:grpSpPr>
        <a:xfrm>
          <a:off x="0" y="0"/>
          <a:ext cx="0" cy="0"/>
          <a:chOff x="0" y="0"/>
          <a:chExt cx="0" cy="0"/>
        </a:xfrm>
      </p:grpSpPr>
      <p:sp>
        <p:nvSpPr>
          <p:cNvPr id="117" name="Google Shape;117;p17"/>
          <p:cNvSpPr txBox="1"/>
          <p:nvPr>
            <p:ph type="title"/>
          </p:nvPr>
        </p:nvSpPr>
        <p:spPr>
          <a:xfrm>
            <a:off x="913794" y="2126942"/>
            <a:ext cx="10353763" cy="2511835"/>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lvl1pPr lvl="0" algn="ctr">
              <a:lnSpc>
                <a:spcPct val="90000"/>
              </a:lnSpc>
              <a:spcBef>
                <a:spcPts val="0"/>
              </a:spcBef>
              <a:spcAft>
                <a:spcPts val="0"/>
              </a:spcAft>
              <a:buClr>
                <a:schemeClr val="lt2"/>
              </a:buClr>
              <a:buSzPts val="3200"/>
              <a:buFont typeface="Sorts Mill Goudy"/>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7"/>
          <p:cNvSpPr txBox="1"/>
          <p:nvPr>
            <p:ph idx="1" type="body"/>
          </p:nvPr>
        </p:nvSpPr>
        <p:spPr>
          <a:xfrm>
            <a:off x="913784" y="4650556"/>
            <a:ext cx="10352199" cy="11406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320"/>
              </a:spcBef>
              <a:spcAft>
                <a:spcPts val="0"/>
              </a:spcAft>
              <a:buSzPts val="1120"/>
              <a:buNone/>
              <a:defRPr sz="1600"/>
            </a:lvl1pPr>
            <a:lvl2pPr indent="-228600" lvl="1" marL="914400" algn="l">
              <a:spcBef>
                <a:spcPts val="600"/>
              </a:spcBef>
              <a:spcAft>
                <a:spcPts val="0"/>
              </a:spcAft>
              <a:buSzPts val="980"/>
              <a:buNone/>
              <a:defRPr sz="1400"/>
            </a:lvl2pPr>
            <a:lvl3pPr indent="-228600" lvl="2" marL="1371600" algn="l">
              <a:spcBef>
                <a:spcPts val="600"/>
              </a:spcBef>
              <a:spcAft>
                <a:spcPts val="0"/>
              </a:spcAft>
              <a:buSzPts val="840"/>
              <a:buNone/>
              <a:defRPr sz="1200"/>
            </a:lvl3pPr>
            <a:lvl4pPr indent="-228600" lvl="3" marL="1828800" algn="l">
              <a:spcBef>
                <a:spcPts val="600"/>
              </a:spcBef>
              <a:spcAft>
                <a:spcPts val="0"/>
              </a:spcAft>
              <a:buSzPts val="700"/>
              <a:buNone/>
              <a:defRPr sz="1000"/>
            </a:lvl4pPr>
            <a:lvl5pPr indent="-228600" lvl="4" marL="2286000" algn="l">
              <a:spcBef>
                <a:spcPts val="600"/>
              </a:spcBef>
              <a:spcAft>
                <a:spcPts val="0"/>
              </a:spcAft>
              <a:buSzPts val="700"/>
              <a:buNone/>
              <a:defRPr sz="1000"/>
            </a:lvl5pPr>
            <a:lvl6pPr indent="-228600" lvl="5" marL="2743200" algn="l">
              <a:spcBef>
                <a:spcPts val="600"/>
              </a:spcBef>
              <a:spcAft>
                <a:spcPts val="0"/>
              </a:spcAft>
              <a:buSzPts val="700"/>
              <a:buNone/>
              <a:defRPr sz="1000"/>
            </a:lvl6pPr>
            <a:lvl7pPr indent="-228600" lvl="6" marL="3200400" algn="l">
              <a:spcBef>
                <a:spcPts val="600"/>
              </a:spcBef>
              <a:spcAft>
                <a:spcPts val="0"/>
              </a:spcAft>
              <a:buSzPts val="700"/>
              <a:buNone/>
              <a:defRPr sz="1000"/>
            </a:lvl7pPr>
            <a:lvl8pPr indent="-228600" lvl="7" marL="3657600" algn="l">
              <a:spcBef>
                <a:spcPts val="600"/>
              </a:spcBef>
              <a:spcAft>
                <a:spcPts val="0"/>
              </a:spcAft>
              <a:buSzPts val="700"/>
              <a:buNone/>
              <a:defRPr sz="1000"/>
            </a:lvl8pPr>
            <a:lvl9pPr indent="-228600" lvl="8" marL="4114800" algn="l">
              <a:spcBef>
                <a:spcPts val="600"/>
              </a:spcBef>
              <a:spcAft>
                <a:spcPts val="600"/>
              </a:spcAft>
              <a:buSzPts val="700"/>
              <a:buNone/>
              <a:defRPr sz="1000"/>
            </a:lvl9pPr>
          </a:lstStyle>
          <a:p/>
        </p:txBody>
      </p:sp>
      <p:sp>
        <p:nvSpPr>
          <p:cNvPr id="119" name="Google Shape;119;p17"/>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7"/>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7"/>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22" name="Shape 122"/>
        <p:cNvGrpSpPr/>
        <p:nvPr/>
      </p:nvGrpSpPr>
      <p:grpSpPr>
        <a:xfrm>
          <a:off x="0" y="0"/>
          <a:ext cx="0" cy="0"/>
          <a:chOff x="0" y="0"/>
          <a:chExt cx="0" cy="0"/>
        </a:xfrm>
      </p:grpSpPr>
      <p:sp>
        <p:nvSpPr>
          <p:cNvPr id="123" name="Google Shape;123;p18"/>
          <p:cNvSpPr txBox="1"/>
          <p:nvPr>
            <p:ph type="title"/>
          </p:nvPr>
        </p:nvSpPr>
        <p:spPr>
          <a:xfrm>
            <a:off x="913795" y="609600"/>
            <a:ext cx="10353762"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8"/>
          <p:cNvSpPr txBox="1"/>
          <p:nvPr>
            <p:ph idx="1" type="body"/>
          </p:nvPr>
        </p:nvSpPr>
        <p:spPr>
          <a:xfrm>
            <a:off x="913795"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5" name="Google Shape;125;p18"/>
          <p:cNvSpPr txBox="1"/>
          <p:nvPr>
            <p:ph idx="2" type="body"/>
          </p:nvPr>
        </p:nvSpPr>
        <p:spPr>
          <a:xfrm>
            <a:off x="91379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6" name="Google Shape;126;p18"/>
          <p:cNvSpPr txBox="1"/>
          <p:nvPr>
            <p:ph idx="3" type="body"/>
          </p:nvPr>
        </p:nvSpPr>
        <p:spPr>
          <a:xfrm>
            <a:off x="4446711" y="1885949"/>
            <a:ext cx="3300984" cy="764783"/>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7" name="Google Shape;127;p18"/>
          <p:cNvSpPr txBox="1"/>
          <p:nvPr>
            <p:ph idx="4" type="body"/>
          </p:nvPr>
        </p:nvSpPr>
        <p:spPr>
          <a:xfrm>
            <a:off x="4441435" y="2768112"/>
            <a:ext cx="3300984" cy="302308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28" name="Google Shape;128;p18"/>
          <p:cNvSpPr txBox="1"/>
          <p:nvPr>
            <p:ph idx="5" type="body"/>
          </p:nvPr>
        </p:nvSpPr>
        <p:spPr>
          <a:xfrm>
            <a:off x="7966572" y="1885950"/>
            <a:ext cx="3300984" cy="76478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40"/>
              </a:spcBef>
              <a:spcAft>
                <a:spcPts val="0"/>
              </a:spcAft>
              <a:buSzPts val="1540"/>
              <a:buNone/>
              <a:defRPr b="0" sz="22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29" name="Google Shape;129;p18"/>
          <p:cNvSpPr txBox="1"/>
          <p:nvPr>
            <p:ph idx="6" type="body"/>
          </p:nvPr>
        </p:nvSpPr>
        <p:spPr>
          <a:xfrm>
            <a:off x="7966572" y="2768110"/>
            <a:ext cx="3300984" cy="302308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30" name="Google Shape;130;p18"/>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8"/>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18"/>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33" name="Shape 133"/>
        <p:cNvGrpSpPr/>
        <p:nvPr/>
      </p:nvGrpSpPr>
      <p:grpSpPr>
        <a:xfrm>
          <a:off x="0" y="0"/>
          <a:ext cx="0" cy="0"/>
          <a:chOff x="0" y="0"/>
          <a:chExt cx="0" cy="0"/>
        </a:xfrm>
      </p:grpSpPr>
      <p:pic>
        <p:nvPicPr>
          <p:cNvPr descr="Slate-V2-HD-3colPhotoInset.png" id="134" name="Google Shape;134;p19"/>
          <p:cNvPicPr preferRelativeResize="0"/>
          <p:nvPr/>
        </p:nvPicPr>
        <p:blipFill rotWithShape="1">
          <a:blip r:embed="rId2">
            <a:alphaModFix/>
          </a:blip>
          <a:srcRect b="0" l="0" r="0" t="0"/>
          <a:stretch/>
        </p:blipFill>
        <p:spPr>
          <a:xfrm>
            <a:off x="897962" y="1818214"/>
            <a:ext cx="3339972" cy="1847851"/>
          </a:xfrm>
          <a:prstGeom prst="rect">
            <a:avLst/>
          </a:prstGeom>
          <a:noFill/>
          <a:ln>
            <a:noFill/>
          </a:ln>
        </p:spPr>
      </p:pic>
      <p:pic>
        <p:nvPicPr>
          <p:cNvPr descr="Slate-V2-HD-3colPhotoInset.png" id="135" name="Google Shape;135;p19"/>
          <p:cNvPicPr preferRelativeResize="0"/>
          <p:nvPr/>
        </p:nvPicPr>
        <p:blipFill rotWithShape="1">
          <a:blip r:embed="rId2">
            <a:alphaModFix/>
          </a:blip>
          <a:srcRect b="0" l="0" r="0" t="0"/>
          <a:stretch/>
        </p:blipFill>
        <p:spPr>
          <a:xfrm>
            <a:off x="4403800" y="1818214"/>
            <a:ext cx="3339972" cy="1847851"/>
          </a:xfrm>
          <a:prstGeom prst="rect">
            <a:avLst/>
          </a:prstGeom>
          <a:noFill/>
          <a:ln>
            <a:noFill/>
          </a:ln>
        </p:spPr>
      </p:pic>
      <p:pic>
        <p:nvPicPr>
          <p:cNvPr descr="Slate-V2-HD-3colPhotoInset.png" id="136" name="Google Shape;136;p19"/>
          <p:cNvPicPr preferRelativeResize="0"/>
          <p:nvPr/>
        </p:nvPicPr>
        <p:blipFill rotWithShape="1">
          <a:blip r:embed="rId2">
            <a:alphaModFix/>
          </a:blip>
          <a:srcRect b="0" l="0" r="0" t="0"/>
          <a:stretch/>
        </p:blipFill>
        <p:spPr>
          <a:xfrm>
            <a:off x="7936051" y="1818214"/>
            <a:ext cx="3339972" cy="1847851"/>
          </a:xfrm>
          <a:prstGeom prst="rect">
            <a:avLst/>
          </a:prstGeom>
          <a:noFill/>
          <a:ln>
            <a:noFill/>
          </a:ln>
        </p:spPr>
      </p:pic>
      <p:sp>
        <p:nvSpPr>
          <p:cNvPr id="137" name="Google Shape;137;p19"/>
          <p:cNvSpPr txBox="1"/>
          <p:nvPr>
            <p:ph type="title"/>
          </p:nvPr>
        </p:nvSpPr>
        <p:spPr>
          <a:xfrm>
            <a:off x="913794" y="609600"/>
            <a:ext cx="10353763" cy="97045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algn="ctr">
              <a:lnSpc>
                <a:spcPct val="90000"/>
              </a:lnSpc>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19"/>
          <p:cNvSpPr txBox="1"/>
          <p:nvPr>
            <p:ph idx="1" type="body"/>
          </p:nvPr>
        </p:nvSpPr>
        <p:spPr>
          <a:xfrm>
            <a:off x="913795"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39" name="Google Shape;139;p19"/>
          <p:cNvSpPr/>
          <p:nvPr>
            <p:ph idx="2" type="pic"/>
          </p:nvPr>
        </p:nvSpPr>
        <p:spPr>
          <a:xfrm>
            <a:off x="1018102" y="1938918"/>
            <a:ext cx="3092368" cy="1602954"/>
          </a:xfrm>
          <a:prstGeom prst="roundRect">
            <a:avLst>
              <a:gd fmla="val 1858" name="adj"/>
            </a:avLst>
          </a:prstGeom>
          <a:noFill/>
          <a:ln>
            <a:noFill/>
          </a:ln>
          <a:effectLst>
            <a:outerShdw blurRad="38100" dir="4440000" dist="25400">
              <a:srgbClr val="000000">
                <a:alpha val="35686"/>
              </a:srgbClr>
            </a:outerShdw>
          </a:effectLst>
        </p:spPr>
      </p:sp>
      <p:sp>
        <p:nvSpPr>
          <p:cNvPr id="140" name="Google Shape;140;p19"/>
          <p:cNvSpPr txBox="1"/>
          <p:nvPr>
            <p:ph idx="3" type="body"/>
          </p:nvPr>
        </p:nvSpPr>
        <p:spPr>
          <a:xfrm>
            <a:off x="913795" y="4572443"/>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1" name="Google Shape;141;p19"/>
          <p:cNvSpPr txBox="1"/>
          <p:nvPr>
            <p:ph idx="4" type="body"/>
          </p:nvPr>
        </p:nvSpPr>
        <p:spPr>
          <a:xfrm>
            <a:off x="4442788"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42" name="Google Shape;142;p19"/>
          <p:cNvSpPr/>
          <p:nvPr>
            <p:ph idx="5" type="pic"/>
          </p:nvPr>
        </p:nvSpPr>
        <p:spPr>
          <a:xfrm>
            <a:off x="4545743" y="1939094"/>
            <a:ext cx="3092368" cy="1608164"/>
          </a:xfrm>
          <a:prstGeom prst="roundRect">
            <a:avLst>
              <a:gd fmla="val 1858" name="adj"/>
            </a:avLst>
          </a:prstGeom>
          <a:noFill/>
          <a:ln>
            <a:noFill/>
          </a:ln>
          <a:effectLst>
            <a:outerShdw blurRad="38100" dir="4440000" dist="25400">
              <a:srgbClr val="000000">
                <a:alpha val="35686"/>
              </a:srgbClr>
            </a:outerShdw>
          </a:effectLst>
        </p:spPr>
      </p:sp>
      <p:sp>
        <p:nvSpPr>
          <p:cNvPr id="143" name="Google Shape;143;p19"/>
          <p:cNvSpPr txBox="1"/>
          <p:nvPr>
            <p:ph idx="6" type="body"/>
          </p:nvPr>
        </p:nvSpPr>
        <p:spPr>
          <a:xfrm>
            <a:off x="4441435"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4" name="Google Shape;144;p19"/>
          <p:cNvSpPr txBox="1"/>
          <p:nvPr>
            <p:ph idx="7" type="body"/>
          </p:nvPr>
        </p:nvSpPr>
        <p:spPr>
          <a:xfrm>
            <a:off x="7966697" y="3904106"/>
            <a:ext cx="3300984" cy="576262"/>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Autofit/>
          </a:bodyPr>
          <a:lstStyle>
            <a:lvl1pPr indent="-228600" lvl="0" marL="457200" algn="ctr">
              <a:lnSpc>
                <a:spcPct val="110000"/>
              </a:lnSpc>
              <a:spcBef>
                <a:spcPts val="400"/>
              </a:spcBef>
              <a:spcAft>
                <a:spcPts val="0"/>
              </a:spcAft>
              <a:buSzPts val="1400"/>
              <a:buNone/>
              <a:defRPr b="0" sz="2000">
                <a:solidFill>
                  <a:schemeClr val="lt1"/>
                </a:solidFill>
              </a:defRPr>
            </a:lvl1pPr>
            <a:lvl2pPr indent="-228600" lvl="1" marL="914400" algn="l">
              <a:spcBef>
                <a:spcPts val="600"/>
              </a:spcBef>
              <a:spcAft>
                <a:spcPts val="0"/>
              </a:spcAft>
              <a:buSzPts val="1400"/>
              <a:buNone/>
              <a:defRPr b="1" sz="2000"/>
            </a:lvl2pPr>
            <a:lvl3pPr indent="-228600" lvl="2" marL="1371600" algn="l">
              <a:spcBef>
                <a:spcPts val="600"/>
              </a:spcBef>
              <a:spcAft>
                <a:spcPts val="0"/>
              </a:spcAft>
              <a:buSzPts val="1260"/>
              <a:buNone/>
              <a:defRPr b="1" sz="1800"/>
            </a:lvl3pPr>
            <a:lvl4pPr indent="-228600" lvl="3" marL="1828800" algn="l">
              <a:spcBef>
                <a:spcPts val="600"/>
              </a:spcBef>
              <a:spcAft>
                <a:spcPts val="0"/>
              </a:spcAft>
              <a:buSzPts val="1120"/>
              <a:buNone/>
              <a:defRPr b="1" sz="1600"/>
            </a:lvl4pPr>
            <a:lvl5pPr indent="-228600" lvl="4" marL="2286000" algn="l">
              <a:spcBef>
                <a:spcPts val="600"/>
              </a:spcBef>
              <a:spcAft>
                <a:spcPts val="0"/>
              </a:spcAft>
              <a:buSzPts val="1120"/>
              <a:buNone/>
              <a:defRPr b="1" sz="1600"/>
            </a:lvl5pPr>
            <a:lvl6pPr indent="-228600" lvl="5" marL="2743200" algn="l">
              <a:spcBef>
                <a:spcPts val="600"/>
              </a:spcBef>
              <a:spcAft>
                <a:spcPts val="0"/>
              </a:spcAft>
              <a:buSzPts val="1120"/>
              <a:buNone/>
              <a:defRPr b="1" sz="1600"/>
            </a:lvl6pPr>
            <a:lvl7pPr indent="-228600" lvl="6" marL="3200400" algn="l">
              <a:spcBef>
                <a:spcPts val="600"/>
              </a:spcBef>
              <a:spcAft>
                <a:spcPts val="0"/>
              </a:spcAft>
              <a:buSzPts val="1120"/>
              <a:buNone/>
              <a:defRPr b="1" sz="1600"/>
            </a:lvl7pPr>
            <a:lvl8pPr indent="-228600" lvl="7" marL="3657600" algn="l">
              <a:spcBef>
                <a:spcPts val="600"/>
              </a:spcBef>
              <a:spcAft>
                <a:spcPts val="0"/>
              </a:spcAft>
              <a:buSzPts val="1120"/>
              <a:buNone/>
              <a:defRPr b="1" sz="1600"/>
            </a:lvl8pPr>
            <a:lvl9pPr indent="-228600" lvl="8" marL="4114800" algn="l">
              <a:spcBef>
                <a:spcPts val="600"/>
              </a:spcBef>
              <a:spcAft>
                <a:spcPts val="600"/>
              </a:spcAft>
              <a:buSzPts val="1120"/>
              <a:buNone/>
              <a:defRPr b="1" sz="1600"/>
            </a:lvl9pPr>
          </a:lstStyle>
          <a:p/>
        </p:txBody>
      </p:sp>
      <p:sp>
        <p:nvSpPr>
          <p:cNvPr id="145" name="Google Shape;145;p19"/>
          <p:cNvSpPr/>
          <p:nvPr>
            <p:ph idx="8" type="pic"/>
          </p:nvPr>
        </p:nvSpPr>
        <p:spPr>
          <a:xfrm>
            <a:off x="8075698" y="1934432"/>
            <a:ext cx="3092368" cy="1607294"/>
          </a:xfrm>
          <a:prstGeom prst="roundRect">
            <a:avLst>
              <a:gd fmla="val 1858" name="adj"/>
            </a:avLst>
          </a:prstGeom>
          <a:noFill/>
          <a:ln>
            <a:noFill/>
          </a:ln>
          <a:effectLst>
            <a:outerShdw blurRad="38100" dir="4440000" dist="25400">
              <a:srgbClr val="000000">
                <a:alpha val="35686"/>
              </a:srgbClr>
            </a:outerShdw>
          </a:effectLst>
        </p:spPr>
      </p:sp>
      <p:sp>
        <p:nvSpPr>
          <p:cNvPr id="146" name="Google Shape;146;p19"/>
          <p:cNvSpPr txBox="1"/>
          <p:nvPr>
            <p:ph idx="9" type="body"/>
          </p:nvPr>
        </p:nvSpPr>
        <p:spPr>
          <a:xfrm>
            <a:off x="7966572" y="4572442"/>
            <a:ext cx="3300984" cy="1218758"/>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228600" lvl="0" marL="457200" algn="ctr">
              <a:lnSpc>
                <a:spcPct val="110000"/>
              </a:lnSpc>
              <a:spcBef>
                <a:spcPts val="280"/>
              </a:spcBef>
              <a:spcAft>
                <a:spcPts val="0"/>
              </a:spcAft>
              <a:buSzPts val="980"/>
              <a:buNone/>
              <a:defRPr sz="1400"/>
            </a:lvl1pPr>
            <a:lvl2pPr indent="-228600" lvl="1" marL="914400" algn="l">
              <a:spcBef>
                <a:spcPts val="600"/>
              </a:spcBef>
              <a:spcAft>
                <a:spcPts val="0"/>
              </a:spcAft>
              <a:buSzPts val="840"/>
              <a:buNone/>
              <a:defRPr sz="1200"/>
            </a:lvl2pPr>
            <a:lvl3pPr indent="-228600" lvl="2" marL="1371600" algn="l">
              <a:spcBef>
                <a:spcPts val="600"/>
              </a:spcBef>
              <a:spcAft>
                <a:spcPts val="0"/>
              </a:spcAft>
              <a:buSzPts val="700"/>
              <a:buNone/>
              <a:defRPr sz="1000"/>
            </a:lvl3pPr>
            <a:lvl4pPr indent="-228600" lvl="3" marL="1828800" algn="l">
              <a:spcBef>
                <a:spcPts val="600"/>
              </a:spcBef>
              <a:spcAft>
                <a:spcPts val="0"/>
              </a:spcAft>
              <a:buSzPts val="630"/>
              <a:buNone/>
              <a:defRPr sz="900"/>
            </a:lvl4pPr>
            <a:lvl5pPr indent="-228600" lvl="4" marL="2286000" algn="l">
              <a:spcBef>
                <a:spcPts val="600"/>
              </a:spcBef>
              <a:spcAft>
                <a:spcPts val="0"/>
              </a:spcAft>
              <a:buSzPts val="630"/>
              <a:buNone/>
              <a:defRPr sz="900"/>
            </a:lvl5pPr>
            <a:lvl6pPr indent="-228600" lvl="5" marL="2743200" algn="l">
              <a:spcBef>
                <a:spcPts val="600"/>
              </a:spcBef>
              <a:spcAft>
                <a:spcPts val="0"/>
              </a:spcAft>
              <a:buSzPts val="630"/>
              <a:buNone/>
              <a:defRPr sz="900"/>
            </a:lvl6pPr>
            <a:lvl7pPr indent="-228600" lvl="6" marL="3200400" algn="l">
              <a:spcBef>
                <a:spcPts val="600"/>
              </a:spcBef>
              <a:spcAft>
                <a:spcPts val="0"/>
              </a:spcAft>
              <a:buSzPts val="630"/>
              <a:buNone/>
              <a:defRPr sz="900"/>
            </a:lvl7pPr>
            <a:lvl8pPr indent="-228600" lvl="7" marL="3657600" algn="l">
              <a:spcBef>
                <a:spcPts val="600"/>
              </a:spcBef>
              <a:spcAft>
                <a:spcPts val="0"/>
              </a:spcAft>
              <a:buSzPts val="630"/>
              <a:buNone/>
              <a:defRPr sz="900"/>
            </a:lvl8pPr>
            <a:lvl9pPr indent="-228600" lvl="8" marL="4114800" algn="l">
              <a:spcBef>
                <a:spcPts val="600"/>
              </a:spcBef>
              <a:spcAft>
                <a:spcPts val="600"/>
              </a:spcAft>
              <a:buSzPts val="630"/>
              <a:buNone/>
              <a:defRPr sz="900"/>
            </a:lvl9pPr>
          </a:lstStyle>
          <a:p/>
        </p:txBody>
      </p:sp>
      <p:sp>
        <p:nvSpPr>
          <p:cNvPr id="147" name="Google Shape;147;p19"/>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19"/>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9"/>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theme" Target="../theme/theme3.xml"/><Relationship Id="rId16" Type="http://schemas.openxmlformats.org/officeDocument/2006/relationships/slideLayout" Target="../slideLayouts/slideLayout17.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2"/>
              </a:buClr>
              <a:buSzPts val="4600"/>
              <a:buFont typeface="Sorts Mill Goudy"/>
              <a:buNone/>
              <a:defRPr b="0" i="0" sz="4600" u="none" cap="none" strike="noStrike">
                <a:solidFill>
                  <a:schemeClr val="lt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1" name="Google Shape;11;p1"/>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30835" lvl="0" marL="457200" marR="0" rtl="0" algn="l">
              <a:lnSpc>
                <a:spcPct val="110000"/>
              </a:lnSpc>
              <a:spcBef>
                <a:spcPts val="460"/>
              </a:spcBef>
              <a:spcAft>
                <a:spcPts val="0"/>
              </a:spcAft>
              <a:buClr>
                <a:schemeClr val="lt2"/>
              </a:buClr>
              <a:buSzPts val="1610"/>
              <a:buFont typeface="Noto Sans Symbols"/>
              <a:buChar char="◈"/>
              <a:defRPr b="0" i="0" sz="2300" u="none" cap="none" strike="noStrike">
                <a:solidFill>
                  <a:schemeClr val="lt2"/>
                </a:solidFill>
                <a:latin typeface="Sorts Mill Goudy"/>
                <a:ea typeface="Sorts Mill Goudy"/>
                <a:cs typeface="Sorts Mill Goudy"/>
                <a:sym typeface="Sorts Mill Goudy"/>
              </a:defRPr>
            </a:lvl1pPr>
            <a:lvl2pPr indent="-321944" lvl="1" marL="914400" marR="0" rtl="0" algn="l">
              <a:spcBef>
                <a:spcPts val="600"/>
              </a:spcBef>
              <a:spcAft>
                <a:spcPts val="0"/>
              </a:spcAft>
              <a:buClr>
                <a:schemeClr val="lt2"/>
              </a:buClr>
              <a:buSzPts val="1470"/>
              <a:buFont typeface="Noto Sans Symbols"/>
              <a:buChar char="🞚"/>
              <a:defRPr b="0" i="0" sz="2100" u="none" cap="none" strike="noStrike">
                <a:solidFill>
                  <a:schemeClr val="lt2"/>
                </a:solidFill>
                <a:latin typeface="Sorts Mill Goudy"/>
                <a:ea typeface="Sorts Mill Goudy"/>
                <a:cs typeface="Sorts Mill Goudy"/>
                <a:sym typeface="Sorts Mill Goudy"/>
              </a:defRPr>
            </a:lvl2pPr>
            <a:lvl3pPr indent="-308610" lvl="2" marL="13716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Sorts Mill Goudy"/>
                <a:ea typeface="Sorts Mill Goudy"/>
                <a:cs typeface="Sorts Mill Goudy"/>
                <a:sym typeface="Sorts Mill Goudy"/>
              </a:defRPr>
            </a:lvl3pPr>
            <a:lvl4pPr indent="-299719" lvl="3" marL="18288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4pPr>
            <a:lvl5pPr indent="-299720" lvl="4" marL="22860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9pPr>
          </a:lstStyle>
          <a:p/>
        </p:txBody>
      </p:sp>
      <p:sp>
        <p:nvSpPr>
          <p:cNvPr id="12" name="Google Shape;12;p1"/>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13" name="Google Shape;13;p1"/>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14" name="Google Shape;14;p1"/>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1pPr>
            <a:lvl2pPr indent="0" lvl="1"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2pPr>
            <a:lvl3pPr indent="0" lvl="2"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3pPr>
            <a:lvl4pPr indent="0" lvl="3"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4pPr>
            <a:lvl5pPr indent="0" lvl="4"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5pPr>
            <a:lvl6pPr indent="0" lvl="5"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6pPr>
            <a:lvl7pPr indent="0" lvl="6"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7pPr>
            <a:lvl8pPr indent="0" lvl="7"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8pPr>
            <a:lvl9pPr indent="0" lvl="8"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7" name="Shape 27"/>
        <p:cNvGrpSpPr/>
        <p:nvPr/>
      </p:nvGrpSpPr>
      <p:grpSpPr>
        <a:xfrm>
          <a:off x="0" y="0"/>
          <a:ext cx="0" cy="0"/>
          <a:chOff x="0" y="0"/>
          <a:chExt cx="0" cy="0"/>
        </a:xfrm>
      </p:grpSpPr>
      <p:sp>
        <p:nvSpPr>
          <p:cNvPr id="28" name="Google Shape;28;p4"/>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lt2"/>
              </a:buClr>
              <a:buSzPts val="4600"/>
              <a:buFont typeface="Sorts Mill Goudy"/>
              <a:buNone/>
              <a:defRPr b="0" i="0" sz="4600" u="none" cap="none" strike="noStrike">
                <a:solidFill>
                  <a:schemeClr val="lt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29" name="Google Shape;29;p4"/>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lvl1pPr indent="-330835" lvl="0" marL="457200" marR="0" rtl="0" algn="l">
              <a:lnSpc>
                <a:spcPct val="110000"/>
              </a:lnSpc>
              <a:spcBef>
                <a:spcPts val="460"/>
              </a:spcBef>
              <a:spcAft>
                <a:spcPts val="0"/>
              </a:spcAft>
              <a:buClr>
                <a:schemeClr val="lt2"/>
              </a:buClr>
              <a:buSzPts val="1610"/>
              <a:buFont typeface="Noto Sans Symbols"/>
              <a:buChar char="◈"/>
              <a:defRPr b="0" i="0" sz="2300" u="none" cap="none" strike="noStrike">
                <a:solidFill>
                  <a:schemeClr val="lt2"/>
                </a:solidFill>
                <a:latin typeface="Sorts Mill Goudy"/>
                <a:ea typeface="Sorts Mill Goudy"/>
                <a:cs typeface="Sorts Mill Goudy"/>
                <a:sym typeface="Sorts Mill Goudy"/>
              </a:defRPr>
            </a:lvl1pPr>
            <a:lvl2pPr indent="-321944" lvl="1" marL="914400" marR="0" rtl="0" algn="l">
              <a:spcBef>
                <a:spcPts val="600"/>
              </a:spcBef>
              <a:spcAft>
                <a:spcPts val="0"/>
              </a:spcAft>
              <a:buClr>
                <a:schemeClr val="lt2"/>
              </a:buClr>
              <a:buSzPts val="1470"/>
              <a:buFont typeface="Noto Sans Symbols"/>
              <a:buChar char="🞚"/>
              <a:defRPr b="0" i="0" sz="2100" u="none" cap="none" strike="noStrike">
                <a:solidFill>
                  <a:schemeClr val="lt2"/>
                </a:solidFill>
                <a:latin typeface="Sorts Mill Goudy"/>
                <a:ea typeface="Sorts Mill Goudy"/>
                <a:cs typeface="Sorts Mill Goudy"/>
                <a:sym typeface="Sorts Mill Goudy"/>
              </a:defRPr>
            </a:lvl2pPr>
            <a:lvl3pPr indent="-308610" lvl="2" marL="1371600" marR="0" rtl="0" algn="l">
              <a:spcBef>
                <a:spcPts val="600"/>
              </a:spcBef>
              <a:spcAft>
                <a:spcPts val="0"/>
              </a:spcAft>
              <a:buClr>
                <a:schemeClr val="lt2"/>
              </a:buClr>
              <a:buSzPts val="1260"/>
              <a:buFont typeface="Noto Sans Symbols"/>
              <a:buChar char="◈"/>
              <a:defRPr b="0" i="0" sz="1800" u="none" cap="none" strike="noStrike">
                <a:solidFill>
                  <a:schemeClr val="lt2"/>
                </a:solidFill>
                <a:latin typeface="Sorts Mill Goudy"/>
                <a:ea typeface="Sorts Mill Goudy"/>
                <a:cs typeface="Sorts Mill Goudy"/>
                <a:sym typeface="Sorts Mill Goudy"/>
              </a:defRPr>
            </a:lvl3pPr>
            <a:lvl4pPr indent="-299719" lvl="3" marL="18288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4pPr>
            <a:lvl5pPr indent="-299720" lvl="4" marL="2286000" marR="0" rtl="0" algn="l">
              <a:spcBef>
                <a:spcPts val="600"/>
              </a:spcBef>
              <a:spcAft>
                <a:spcPts val="0"/>
              </a:spcAft>
              <a:buClr>
                <a:schemeClr val="lt2"/>
              </a:buClr>
              <a:buSzPts val="1120"/>
              <a:buFont typeface="Noto Sans Symbols"/>
              <a:buChar char="◈"/>
              <a:defRPr b="0" i="0" sz="1600" u="none" cap="none" strike="noStrike">
                <a:solidFill>
                  <a:schemeClr val="lt2"/>
                </a:solidFill>
                <a:latin typeface="Sorts Mill Goudy"/>
                <a:ea typeface="Sorts Mill Goudy"/>
                <a:cs typeface="Sorts Mill Goudy"/>
                <a:sym typeface="Sorts Mill Goudy"/>
              </a:defRPr>
            </a:lvl5pPr>
            <a:lvl6pPr indent="-290829" lvl="5" marL="27432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6pPr>
            <a:lvl7pPr indent="-290829" lvl="6" marL="32004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7pPr>
            <a:lvl8pPr indent="-290829" lvl="7" marL="3657600" marR="0" rtl="0" algn="l">
              <a:spcBef>
                <a:spcPts val="600"/>
              </a:spcBef>
              <a:spcAft>
                <a:spcPts val="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8pPr>
            <a:lvl9pPr indent="-290829" lvl="8" marL="4114800" marR="0" rtl="0" algn="l">
              <a:spcBef>
                <a:spcPts val="600"/>
              </a:spcBef>
              <a:spcAft>
                <a:spcPts val="600"/>
              </a:spcAft>
              <a:buClr>
                <a:schemeClr val="lt2"/>
              </a:buClr>
              <a:buSzPts val="980"/>
              <a:buFont typeface="Noto Sans Symbols"/>
              <a:buChar char="◈"/>
              <a:defRPr b="0" i="0" sz="1400" u="none" cap="none" strike="noStrike">
                <a:solidFill>
                  <a:schemeClr val="lt2"/>
                </a:solidFill>
                <a:latin typeface="Sorts Mill Goudy"/>
                <a:ea typeface="Sorts Mill Goudy"/>
                <a:cs typeface="Sorts Mill Goudy"/>
                <a:sym typeface="Sorts Mill Goudy"/>
              </a:defRPr>
            </a:lvl9pPr>
          </a:lstStyle>
          <a:p/>
        </p:txBody>
      </p:sp>
      <p:sp>
        <p:nvSpPr>
          <p:cNvPr id="30" name="Google Shape;30;p4"/>
          <p:cNvSpPr txBox="1"/>
          <p:nvPr>
            <p:ph idx="10" type="dt"/>
          </p:nvPr>
        </p:nvSpPr>
        <p:spPr>
          <a:xfrm>
            <a:off x="7678736" y="6000749"/>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31" name="Google Shape;31;p4"/>
          <p:cNvSpPr txBox="1"/>
          <p:nvPr>
            <p:ph idx="11" type="ftr"/>
          </p:nvPr>
        </p:nvSpPr>
        <p:spPr>
          <a:xfrm>
            <a:off x="913795" y="6000749"/>
            <a:ext cx="6672865"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F2F2F2"/>
                </a:solidFill>
                <a:latin typeface="Sorts Mill Goudy"/>
                <a:ea typeface="Sorts Mill Goudy"/>
                <a:cs typeface="Sorts Mill Goudy"/>
                <a:sym typeface="Sorts Mill Goudy"/>
              </a:defRPr>
            </a:lvl1pPr>
            <a:lvl2pPr lvl="1"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2pPr>
            <a:lvl3pPr lvl="2"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3pPr>
            <a:lvl4pPr lvl="3"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4pPr>
            <a:lvl5pPr lvl="4"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5pPr>
            <a:lvl6pPr lvl="5"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6pPr>
            <a:lvl7pPr lvl="6"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7pPr>
            <a:lvl8pPr lvl="7"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8pPr>
            <a:lvl9pPr lvl="8" marR="0" rtl="0" algn="l">
              <a:spcBef>
                <a:spcPts val="0"/>
              </a:spcBef>
              <a:spcAft>
                <a:spcPts val="0"/>
              </a:spcAft>
              <a:buSzPts val="1400"/>
              <a:buNone/>
              <a:defRPr b="0" i="0" sz="1800" u="none" cap="none" strike="noStrike">
                <a:solidFill>
                  <a:schemeClr val="lt1"/>
                </a:solidFill>
                <a:latin typeface="Sorts Mill Goudy"/>
                <a:ea typeface="Sorts Mill Goudy"/>
                <a:cs typeface="Sorts Mill Goudy"/>
                <a:sym typeface="Sorts Mill Goudy"/>
              </a:defRPr>
            </a:lvl9pPr>
          </a:lstStyle>
          <a:p/>
        </p:txBody>
      </p:sp>
      <p:sp>
        <p:nvSpPr>
          <p:cNvPr id="32" name="Google Shape;32;p4"/>
          <p:cNvSpPr txBox="1"/>
          <p:nvPr>
            <p:ph idx="12" type="sldNum"/>
          </p:nvPr>
        </p:nvSpPr>
        <p:spPr>
          <a:xfrm>
            <a:off x="10514011" y="6000749"/>
            <a:ext cx="75354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1pPr>
            <a:lvl2pPr indent="0" lvl="1"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2pPr>
            <a:lvl3pPr indent="0" lvl="2"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3pPr>
            <a:lvl4pPr indent="0" lvl="3"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4pPr>
            <a:lvl5pPr indent="0" lvl="4"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5pPr>
            <a:lvl6pPr indent="0" lvl="5"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6pPr>
            <a:lvl7pPr indent="0" lvl="6"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7pPr>
            <a:lvl8pPr indent="0" lvl="7"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8pPr>
            <a:lvl9pPr indent="0" lvl="8" marL="0" marR="0" rtl="0" algn="r">
              <a:spcBef>
                <a:spcPts val="0"/>
              </a:spcBef>
              <a:buNone/>
              <a:defRPr b="0" i="0" sz="1100" u="none" cap="none" strike="noStrike">
                <a:solidFill>
                  <a:srgbClr val="F2F2F2"/>
                </a:solidFill>
                <a:latin typeface="Sorts Mill Goudy"/>
                <a:ea typeface="Sorts Mill Goudy"/>
                <a:cs typeface="Sorts Mill Goudy"/>
                <a:sym typeface="Sorts Mill Goud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jp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pic>
        <p:nvPicPr>
          <p:cNvPr id="154" name="Google Shape;154;p20"/>
          <p:cNvPicPr preferRelativeResize="0"/>
          <p:nvPr/>
        </p:nvPicPr>
        <p:blipFill rotWithShape="1">
          <a:blip r:embed="rId4">
            <a:alphaModFix/>
          </a:blip>
          <a:srcRect b="0" l="0" r="0" t="0"/>
          <a:stretch/>
        </p:blipFill>
        <p:spPr>
          <a:xfrm>
            <a:off x="-1" y="10"/>
            <a:ext cx="12192001" cy="6857990"/>
          </a:xfrm>
          <a:prstGeom prst="rect">
            <a:avLst/>
          </a:prstGeom>
          <a:noFill/>
          <a:ln>
            <a:noFill/>
          </a:ln>
        </p:spPr>
      </p:pic>
      <p:sp>
        <p:nvSpPr>
          <p:cNvPr id="155" name="Google Shape;155;p20"/>
          <p:cNvSpPr/>
          <p:nvPr/>
        </p:nvSpPr>
        <p:spPr>
          <a:xfrm rot="5400000">
            <a:off x="7131809" y="1385982"/>
            <a:ext cx="4031414" cy="4100418"/>
          </a:xfrm>
          <a:custGeom>
            <a:rect b="b" l="l" r="r" t="t"/>
            <a:pathLst>
              <a:path extrusionOk="0" h="696" w="1601">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blipFill rotWithShape="1">
            <a:blip r:embed="rId3">
              <a:alphaModFix/>
            </a:blip>
            <a:stretch>
              <a:fillRect b="0" l="0" r="0" t="0"/>
            </a:stretch>
          </a:blipFill>
          <a:ln>
            <a:noFill/>
          </a:ln>
          <a:effectLst>
            <a:outerShdw blurRad="50800" rotWithShape="0" algn="tl" dir="5400000" dist="38100">
              <a:srgbClr val="000000">
                <a:alpha val="42745"/>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Sorts Mill Goudy"/>
              <a:buNone/>
            </a:pPr>
            <a:r>
              <a:t/>
            </a:r>
            <a:endParaRPr b="0" i="0" sz="1800" u="none" cap="none" strike="noStrike">
              <a:solidFill>
                <a:srgbClr val="FFFFFF"/>
              </a:solidFill>
              <a:latin typeface="Sorts Mill Goudy"/>
              <a:ea typeface="Sorts Mill Goudy"/>
              <a:cs typeface="Sorts Mill Goudy"/>
              <a:sym typeface="Sorts Mill Goudy"/>
            </a:endParaRPr>
          </a:p>
        </p:txBody>
      </p:sp>
      <p:sp>
        <p:nvSpPr>
          <p:cNvPr id="156" name="Google Shape;156;p20"/>
          <p:cNvSpPr txBox="1"/>
          <p:nvPr>
            <p:ph type="ctrTitle"/>
          </p:nvPr>
        </p:nvSpPr>
        <p:spPr>
          <a:xfrm>
            <a:off x="7389962" y="1673524"/>
            <a:ext cx="3485073" cy="2420504"/>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4000"/>
              <a:buFont typeface="Sorts Mill Goudy"/>
              <a:buNone/>
            </a:pPr>
            <a:r>
              <a:rPr lang="en-US" sz="4000"/>
              <a:t>Analysis of Facebook Marketplace Dataset</a:t>
            </a:r>
            <a:endParaRPr/>
          </a:p>
        </p:txBody>
      </p:sp>
      <p:sp>
        <p:nvSpPr>
          <p:cNvPr id="157" name="Google Shape;157;p20"/>
          <p:cNvSpPr txBox="1"/>
          <p:nvPr>
            <p:ph idx="1" type="subTitle"/>
          </p:nvPr>
        </p:nvSpPr>
        <p:spPr>
          <a:xfrm>
            <a:off x="7389965" y="4157933"/>
            <a:ext cx="3485072" cy="1026544"/>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610"/>
              <a:buNone/>
            </a:pPr>
            <a:r>
              <a:rPr lang="en-US"/>
              <a:t>VAIBHAV KHANDELWAL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21"/>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Sorts Mill Goudy"/>
              <a:buNone/>
            </a:pPr>
            <a:r>
              <a:t/>
            </a:r>
            <a:endParaRPr b="0" i="0" sz="1800" u="none" cap="none" strike="noStrike">
              <a:solidFill>
                <a:srgbClr val="FFFFFF"/>
              </a:solidFill>
              <a:latin typeface="Sorts Mill Goudy"/>
              <a:ea typeface="Sorts Mill Goudy"/>
              <a:cs typeface="Sorts Mill Goudy"/>
              <a:sym typeface="Sorts Mill Goudy"/>
            </a:endParaRPr>
          </a:p>
        </p:txBody>
      </p:sp>
      <p:pic>
        <p:nvPicPr>
          <p:cNvPr id="164" name="Google Shape;164;p21"/>
          <p:cNvPicPr preferRelativeResize="0"/>
          <p:nvPr/>
        </p:nvPicPr>
        <p:blipFill rotWithShape="1">
          <a:blip r:embed="rId4">
            <a:alphaModFix/>
          </a:blip>
          <a:srcRect b="-1" l="0" r="0" t="0"/>
          <a:stretch/>
        </p:blipFill>
        <p:spPr>
          <a:xfrm>
            <a:off x="-8622" y="10"/>
            <a:ext cx="6096000" cy="6857990"/>
          </a:xfrm>
          <a:prstGeom prst="rect">
            <a:avLst/>
          </a:prstGeom>
          <a:noFill/>
          <a:ln>
            <a:noFill/>
          </a:ln>
        </p:spPr>
      </p:pic>
      <p:pic>
        <p:nvPicPr>
          <p:cNvPr id="165" name="Google Shape;165;p21"/>
          <p:cNvPicPr preferRelativeResize="0"/>
          <p:nvPr/>
        </p:nvPicPr>
        <p:blipFill rotWithShape="1">
          <a:blip r:embed="rId5">
            <a:alphaModFix/>
          </a:blip>
          <a:srcRect b="0" l="0" r="0" t="0"/>
          <a:stretch/>
        </p:blipFill>
        <p:spPr>
          <a:xfrm>
            <a:off x="6257026" y="1"/>
            <a:ext cx="5934973" cy="6858000"/>
          </a:xfrm>
          <a:prstGeom prst="rect">
            <a:avLst/>
          </a:prstGeom>
          <a:noFill/>
          <a:ln>
            <a:noFill/>
          </a:ln>
        </p:spPr>
      </p:pic>
      <p:sp>
        <p:nvSpPr>
          <p:cNvPr id="166" name="Google Shape;166;p21"/>
          <p:cNvSpPr txBox="1"/>
          <p:nvPr>
            <p:ph type="title"/>
          </p:nvPr>
        </p:nvSpPr>
        <p:spPr>
          <a:xfrm>
            <a:off x="6900493" y="609600"/>
            <a:ext cx="4538124" cy="970450"/>
          </a:xfrm>
          <a:prstGeom prst="rect">
            <a:avLst/>
          </a:prstGeom>
          <a:noFill/>
          <a:ln>
            <a:noFill/>
          </a:ln>
          <a:effectLst>
            <a:outerShdw blurRad="25400">
              <a:srgbClr val="000000">
                <a:alpha val="45882"/>
              </a:srgbClr>
            </a:outerShdw>
          </a:effectLst>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2"/>
              </a:buClr>
              <a:buSzPts val="4000"/>
              <a:buFont typeface="Sorts Mill Goudy"/>
              <a:buNone/>
            </a:pPr>
            <a:r>
              <a:rPr lang="en-US" sz="4000"/>
              <a:t>Contents	</a:t>
            </a:r>
            <a:endParaRPr/>
          </a:p>
        </p:txBody>
      </p:sp>
      <p:sp>
        <p:nvSpPr>
          <p:cNvPr id="167" name="Google Shape;167;p21"/>
          <p:cNvSpPr txBox="1"/>
          <p:nvPr>
            <p:ph idx="1" type="body"/>
          </p:nvPr>
        </p:nvSpPr>
        <p:spPr>
          <a:xfrm>
            <a:off x="6900493" y="1732449"/>
            <a:ext cx="4403596" cy="4058751"/>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0" lvl="0" marL="36900" rtl="0" algn="l">
              <a:lnSpc>
                <a:spcPct val="110000"/>
              </a:lnSpc>
              <a:spcBef>
                <a:spcPts val="0"/>
              </a:spcBef>
              <a:spcAft>
                <a:spcPts val="0"/>
              </a:spcAft>
              <a:buSzPts val="1680"/>
              <a:buNone/>
            </a:pPr>
            <a:r>
              <a:rPr lang="en-US" sz="2400"/>
              <a:t>Relation b/w num_reactions and time of posting</a:t>
            </a:r>
            <a:endParaRPr/>
          </a:p>
          <a:p>
            <a:pPr indent="0" lvl="0" marL="36900" rtl="0" algn="l">
              <a:lnSpc>
                <a:spcPct val="110000"/>
              </a:lnSpc>
              <a:spcBef>
                <a:spcPts val="1080"/>
              </a:spcBef>
              <a:spcAft>
                <a:spcPts val="0"/>
              </a:spcAft>
              <a:buSzPts val="1680"/>
              <a:buNone/>
            </a:pPr>
            <a:r>
              <a:rPr lang="en-US" sz="2400"/>
              <a:t>Correlation b/w engagement metrics and num_reactions</a:t>
            </a:r>
            <a:endParaRPr/>
          </a:p>
          <a:p>
            <a:pPr indent="0" lvl="0" marL="36900" rtl="0" algn="l">
              <a:lnSpc>
                <a:spcPct val="110000"/>
              </a:lnSpc>
              <a:spcBef>
                <a:spcPts val="1080"/>
              </a:spcBef>
              <a:spcAft>
                <a:spcPts val="0"/>
              </a:spcAft>
              <a:buSzPts val="1680"/>
              <a:buNone/>
            </a:pPr>
            <a:r>
              <a:rPr lang="en-US" sz="2400"/>
              <a:t>Elbow method for optimal clusters</a:t>
            </a:r>
            <a:endParaRPr/>
          </a:p>
          <a:p>
            <a:pPr indent="0" lvl="0" marL="36900" rtl="0" algn="l">
              <a:lnSpc>
                <a:spcPct val="110000"/>
              </a:lnSpc>
              <a:spcBef>
                <a:spcPts val="1080"/>
              </a:spcBef>
              <a:spcAft>
                <a:spcPts val="0"/>
              </a:spcAft>
              <a:buSzPts val="1680"/>
              <a:buNone/>
            </a:pPr>
            <a:r>
              <a:rPr lang="en-US" sz="2400"/>
              <a:t>Training a k-means model</a:t>
            </a:r>
            <a:endParaRPr/>
          </a:p>
          <a:p>
            <a:pPr indent="0" lvl="0" marL="36900" rtl="0" algn="l">
              <a:lnSpc>
                <a:spcPct val="110000"/>
              </a:lnSpc>
              <a:spcBef>
                <a:spcPts val="1080"/>
              </a:spcBef>
              <a:spcAft>
                <a:spcPts val="0"/>
              </a:spcAft>
              <a:buSzPts val="1680"/>
              <a:buNone/>
            </a:pPr>
            <a:r>
              <a:rPr lang="en-US" sz="2400"/>
              <a:t>Count of different types of posts</a:t>
            </a:r>
            <a:endParaRPr/>
          </a:p>
          <a:p>
            <a:pPr indent="0" lvl="0" marL="36900" rtl="0" algn="l">
              <a:lnSpc>
                <a:spcPct val="110000"/>
              </a:lnSpc>
              <a:spcBef>
                <a:spcPts val="1080"/>
              </a:spcBef>
              <a:spcAft>
                <a:spcPts val="0"/>
              </a:spcAft>
              <a:buSzPts val="1680"/>
              <a:buNone/>
            </a:pPr>
            <a:r>
              <a:rPr lang="en-US" sz="2400"/>
              <a:t>Average value of different features</a:t>
            </a:r>
            <a:endParaRPr/>
          </a:p>
          <a:p>
            <a:pPr indent="-199320" lvl="0" marL="342900" rtl="0" algn="l">
              <a:lnSpc>
                <a:spcPct val="110000"/>
              </a:lnSpc>
              <a:spcBef>
                <a:spcPts val="1080"/>
              </a:spcBef>
              <a:spcAft>
                <a:spcPts val="0"/>
              </a:spcAft>
              <a:buSzPts val="1680"/>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2"/>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Q1. Relation b/w num_reactions and time of posting</a:t>
            </a:r>
            <a:endParaRPr/>
          </a:p>
        </p:txBody>
      </p:sp>
      <p:sp>
        <p:nvSpPr>
          <p:cNvPr id="173" name="Google Shape;173;p22"/>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306000" lvl="0" marL="342900" rtl="0" algn="l">
              <a:lnSpc>
                <a:spcPct val="110000"/>
              </a:lnSpc>
              <a:spcBef>
                <a:spcPts val="0"/>
              </a:spcBef>
              <a:spcAft>
                <a:spcPts val="0"/>
              </a:spcAft>
              <a:buSzPts val="1610"/>
              <a:buChar char="◈"/>
            </a:pPr>
            <a:r>
              <a:rPr b="0" i="0" lang="en-US">
                <a:solidFill>
                  <a:srgbClr val="D5D5D5"/>
                </a:solidFill>
                <a:latin typeface="Sorts Mill Goudy"/>
                <a:ea typeface="Sorts Mill Goudy"/>
                <a:cs typeface="Sorts Mill Goudy"/>
                <a:sym typeface="Sorts Mill Goudy"/>
              </a:rPr>
              <a:t>The number of reactions has an erratic trend throughout the day and depends on the time of posting. It severely drops in the early hours of the day and late hours of the night, considering natural sleep times of a majority of the population.</a:t>
            </a:r>
            <a:endParaRPr/>
          </a:p>
          <a:p>
            <a:pPr indent="-306000" lvl="0" marL="342900" rtl="0" algn="l">
              <a:lnSpc>
                <a:spcPct val="110000"/>
              </a:lnSpc>
              <a:spcBef>
                <a:spcPts val="1060"/>
              </a:spcBef>
              <a:spcAft>
                <a:spcPts val="0"/>
              </a:spcAft>
              <a:buSzPts val="1610"/>
              <a:buChar char="◈"/>
            </a:pPr>
            <a:r>
              <a:rPr b="0" i="0" lang="en-US">
                <a:solidFill>
                  <a:srgbClr val="D5D5D5"/>
                </a:solidFill>
                <a:latin typeface="Sorts Mill Goudy"/>
                <a:ea typeface="Sorts Mill Goudy"/>
                <a:cs typeface="Sorts Mill Goudy"/>
                <a:sym typeface="Sorts Mill Goudy"/>
              </a:rPr>
              <a:t>It sees a steady hike in the morning, with a sudden spike at around 6 a.m., since a lot of people check their phones immediately after they wake up.</a:t>
            </a:r>
            <a:endParaRPr/>
          </a:p>
          <a:p>
            <a:pPr indent="-306000" lvl="0" marL="342900" rtl="0" algn="l">
              <a:lnSpc>
                <a:spcPct val="110000"/>
              </a:lnSpc>
              <a:spcBef>
                <a:spcPts val="1060"/>
              </a:spcBef>
              <a:spcAft>
                <a:spcPts val="0"/>
              </a:spcAft>
              <a:buSzPts val="1610"/>
              <a:buChar char="◈"/>
            </a:pPr>
            <a:r>
              <a:rPr b="0" i="0" lang="en-US">
                <a:solidFill>
                  <a:srgbClr val="D5D5D5"/>
                </a:solidFill>
                <a:latin typeface="Sorts Mill Goudy"/>
                <a:ea typeface="Sorts Mill Goudy"/>
                <a:cs typeface="Sorts Mill Goudy"/>
                <a:sym typeface="Sorts Mill Goudy"/>
              </a:rPr>
              <a:t>Later, there is a drop and the trend is maintained at an almost steady state during the usual work hours. The number again sees a rise in the evening, when most people get off work and spend time on social media, with the highest number being achieved around 7 p.m.</a:t>
            </a:r>
            <a:endParaRPr/>
          </a:p>
          <a:p>
            <a:pPr indent="0" lvl="0" marL="36900" rtl="0" algn="l">
              <a:lnSpc>
                <a:spcPct val="110000"/>
              </a:lnSpc>
              <a:spcBef>
                <a:spcPts val="1060"/>
              </a:spcBef>
              <a:spcAft>
                <a:spcPts val="0"/>
              </a:spcAft>
              <a:buSzPts val="161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3"/>
          <p:cNvSpPr txBox="1"/>
          <p:nvPr>
            <p:ph type="title"/>
          </p:nvPr>
        </p:nvSpPr>
        <p:spPr>
          <a:xfrm>
            <a:off x="913794" y="432619"/>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Graph</a:t>
            </a:r>
            <a:endParaRPr/>
          </a:p>
        </p:txBody>
      </p:sp>
      <p:pic>
        <p:nvPicPr>
          <p:cNvPr id="179" name="Google Shape;179;p23"/>
          <p:cNvPicPr preferRelativeResize="0"/>
          <p:nvPr>
            <p:ph idx="1" type="body"/>
          </p:nvPr>
        </p:nvPicPr>
        <p:blipFill rotWithShape="1">
          <a:blip r:embed="rId3">
            <a:alphaModFix/>
          </a:blip>
          <a:srcRect b="0" l="0" r="0" t="0"/>
          <a:stretch/>
        </p:blipFill>
        <p:spPr>
          <a:xfrm>
            <a:off x="2686100" y="1689919"/>
            <a:ext cx="6809149" cy="4381888"/>
          </a:xfrm>
          <a:prstGeom prst="rect">
            <a:avLst/>
          </a:prstGeom>
          <a:noFill/>
          <a:ln>
            <a:noFill/>
          </a:ln>
          <a:effectLst>
            <a:outerShdw blurRad="25400">
              <a:srgbClr val="000000">
                <a:alpha val="45882"/>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4"/>
          <p:cNvSpPr txBox="1"/>
          <p:nvPr>
            <p:ph type="title"/>
          </p:nvPr>
        </p:nvSpPr>
        <p:spPr>
          <a:xfrm>
            <a:off x="913795" y="550606"/>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Q2. </a:t>
            </a:r>
            <a:r>
              <a:rPr lang="en-US" sz="4800"/>
              <a:t>Correlation b/w engagement metrics and num_reactions</a:t>
            </a:r>
            <a:br>
              <a:rPr lang="en-US" sz="4800"/>
            </a:br>
            <a:endParaRPr/>
          </a:p>
        </p:txBody>
      </p:sp>
      <p:pic>
        <p:nvPicPr>
          <p:cNvPr id="185" name="Google Shape;185;p24"/>
          <p:cNvPicPr preferRelativeResize="0"/>
          <p:nvPr>
            <p:ph idx="1" type="body"/>
          </p:nvPr>
        </p:nvPicPr>
        <p:blipFill rotWithShape="1">
          <a:blip r:embed="rId3">
            <a:alphaModFix/>
          </a:blip>
          <a:srcRect b="0" l="0" r="0" t="0"/>
          <a:stretch/>
        </p:blipFill>
        <p:spPr>
          <a:xfrm>
            <a:off x="174792" y="2296139"/>
            <a:ext cx="5724155" cy="2889510"/>
          </a:xfrm>
          <a:prstGeom prst="rect">
            <a:avLst/>
          </a:prstGeom>
          <a:noFill/>
          <a:ln>
            <a:noFill/>
          </a:ln>
          <a:effectLst>
            <a:outerShdw blurRad="25400">
              <a:srgbClr val="000000">
                <a:alpha val="45882"/>
              </a:srgbClr>
            </a:outerShdw>
          </a:effectLst>
        </p:spPr>
      </p:pic>
      <p:pic>
        <p:nvPicPr>
          <p:cNvPr id="186" name="Google Shape;186;p24"/>
          <p:cNvPicPr preferRelativeResize="0"/>
          <p:nvPr/>
        </p:nvPicPr>
        <p:blipFill rotWithShape="1">
          <a:blip r:embed="rId4">
            <a:alphaModFix/>
          </a:blip>
          <a:srcRect b="0" l="0" r="0" t="0"/>
          <a:stretch/>
        </p:blipFill>
        <p:spPr>
          <a:xfrm>
            <a:off x="6090677" y="2296139"/>
            <a:ext cx="5926532" cy="288951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Analysis</a:t>
            </a:r>
            <a:endParaRPr/>
          </a:p>
        </p:txBody>
      </p:sp>
      <p:sp>
        <p:nvSpPr>
          <p:cNvPr id="192" name="Google Shape;192;p25"/>
          <p:cNvSpPr txBox="1"/>
          <p:nvPr>
            <p:ph idx="1" type="body"/>
          </p:nvPr>
        </p:nvSpPr>
        <p:spPr>
          <a:xfrm>
            <a:off x="913795" y="2076450"/>
            <a:ext cx="10353762" cy="3714749"/>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rmAutofit lnSpcReduction="10000"/>
          </a:bodyPr>
          <a:lstStyle/>
          <a:p>
            <a:pPr indent="-306000" lvl="0" marL="342900" rtl="0" algn="l">
              <a:lnSpc>
                <a:spcPct val="110000"/>
              </a:lnSpc>
              <a:spcBef>
                <a:spcPts val="0"/>
              </a:spcBef>
              <a:spcAft>
                <a:spcPts val="0"/>
              </a:spcAft>
              <a:buSzPts val="1610"/>
              <a:buChar char="◈"/>
            </a:pPr>
            <a:r>
              <a:rPr b="1" i="0" lang="en-US">
                <a:solidFill>
                  <a:srgbClr val="D5D5D5"/>
                </a:solidFill>
              </a:rPr>
              <a:t>Correlation method used – </a:t>
            </a:r>
            <a:r>
              <a:rPr i="0" lang="en-US">
                <a:solidFill>
                  <a:srgbClr val="D5D5D5"/>
                </a:solidFill>
              </a:rPr>
              <a:t>Spearman’s Correlation (due to non-linear relationships)</a:t>
            </a:r>
            <a:endParaRPr b="1" i="0">
              <a:solidFill>
                <a:srgbClr val="D5D5D5"/>
              </a:solidFill>
            </a:endParaRPr>
          </a:p>
          <a:p>
            <a:pPr indent="-306000" lvl="0" marL="342900" rtl="0" algn="l">
              <a:lnSpc>
                <a:spcPct val="110000"/>
              </a:lnSpc>
              <a:spcBef>
                <a:spcPts val="1060"/>
              </a:spcBef>
              <a:spcAft>
                <a:spcPts val="0"/>
              </a:spcAft>
              <a:buSzPts val="1610"/>
              <a:buChar char="◈"/>
            </a:pPr>
            <a:r>
              <a:rPr b="1" i="0" lang="en-US">
                <a:solidFill>
                  <a:srgbClr val="D5D5D5"/>
                </a:solidFill>
              </a:rPr>
              <a:t>Correlation between num_reactions and num_shares: 0.557</a:t>
            </a:r>
            <a:endParaRPr b="0" i="0">
              <a:solidFill>
                <a:srgbClr val="D5D5D5"/>
              </a:solidFill>
            </a:endParaRPr>
          </a:p>
          <a:p>
            <a:pPr indent="-306000" lvl="0" marL="342900" rtl="0" algn="l">
              <a:lnSpc>
                <a:spcPct val="110000"/>
              </a:lnSpc>
              <a:spcBef>
                <a:spcPts val="1060"/>
              </a:spcBef>
              <a:spcAft>
                <a:spcPts val="0"/>
              </a:spcAft>
              <a:buSzPts val="1610"/>
              <a:buChar char="◈"/>
            </a:pPr>
            <a:r>
              <a:rPr b="0" i="0" lang="en-US">
                <a:solidFill>
                  <a:srgbClr val="D5D5D5"/>
                </a:solidFill>
              </a:rPr>
              <a:t>These features have a positive monotonic relationship, indicating that the increase in one feature generally causes an increase in the other, but it need not be a strictly linear relationship.</a:t>
            </a:r>
            <a:endParaRPr/>
          </a:p>
          <a:p>
            <a:pPr indent="-306000" lvl="0" marL="342900" rtl="0" algn="l">
              <a:lnSpc>
                <a:spcPct val="110000"/>
              </a:lnSpc>
              <a:spcBef>
                <a:spcPts val="1060"/>
              </a:spcBef>
              <a:spcAft>
                <a:spcPts val="0"/>
              </a:spcAft>
              <a:buSzPts val="1610"/>
              <a:buChar char="◈"/>
            </a:pPr>
            <a:r>
              <a:rPr b="1" i="0" lang="en-US">
                <a:solidFill>
                  <a:srgbClr val="D5D5D5"/>
                </a:solidFill>
              </a:rPr>
              <a:t>Correlation between num_reactions and num_comments: 0.731</a:t>
            </a:r>
            <a:endParaRPr b="0" i="0">
              <a:solidFill>
                <a:srgbClr val="D5D5D5"/>
              </a:solidFill>
            </a:endParaRPr>
          </a:p>
          <a:p>
            <a:pPr indent="-306000" lvl="0" marL="342900" rtl="0" algn="l">
              <a:lnSpc>
                <a:spcPct val="110000"/>
              </a:lnSpc>
              <a:spcBef>
                <a:spcPts val="1060"/>
              </a:spcBef>
              <a:spcAft>
                <a:spcPts val="0"/>
              </a:spcAft>
              <a:buSzPts val="1610"/>
              <a:buChar char="◈"/>
            </a:pPr>
            <a:r>
              <a:rPr b="0" i="0" lang="en-US">
                <a:solidFill>
                  <a:srgbClr val="D5D5D5"/>
                </a:solidFill>
              </a:rPr>
              <a:t>Indicates a very strong positive monotonic relationship. Increase or decrease in one feature most likely causes a change in the same direction for the other feature as well.</a:t>
            </a:r>
            <a:endParaRPr/>
          </a:p>
          <a:p>
            <a:pPr indent="0" lvl="0" marL="36900" rtl="0" algn="l">
              <a:lnSpc>
                <a:spcPct val="110000"/>
              </a:lnSpc>
              <a:spcBef>
                <a:spcPts val="1060"/>
              </a:spcBef>
              <a:spcAft>
                <a:spcPts val="0"/>
              </a:spcAft>
              <a:buSzPts val="161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6"/>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Q3. Elbow Method for Optimal Clusters</a:t>
            </a:r>
            <a:endParaRPr/>
          </a:p>
        </p:txBody>
      </p:sp>
      <p:pic>
        <p:nvPicPr>
          <p:cNvPr id="198" name="Google Shape;198;p26"/>
          <p:cNvPicPr preferRelativeResize="0"/>
          <p:nvPr>
            <p:ph idx="1" type="body"/>
          </p:nvPr>
        </p:nvPicPr>
        <p:blipFill rotWithShape="1">
          <a:blip r:embed="rId3">
            <a:alphaModFix/>
          </a:blip>
          <a:srcRect b="0" l="0" r="0" t="0"/>
          <a:stretch/>
        </p:blipFill>
        <p:spPr>
          <a:xfrm>
            <a:off x="1401096" y="1932040"/>
            <a:ext cx="4423641" cy="4313873"/>
          </a:xfrm>
          <a:prstGeom prst="rect">
            <a:avLst/>
          </a:prstGeom>
          <a:noFill/>
          <a:ln>
            <a:noFill/>
          </a:ln>
          <a:effectLst>
            <a:outerShdw blurRad="25400">
              <a:srgbClr val="000000">
                <a:alpha val="45882"/>
              </a:srgbClr>
            </a:outerShdw>
          </a:effectLst>
        </p:spPr>
      </p:pic>
      <p:sp>
        <p:nvSpPr>
          <p:cNvPr id="199" name="Google Shape;199;p26"/>
          <p:cNvSpPr txBox="1"/>
          <p:nvPr/>
        </p:nvSpPr>
        <p:spPr>
          <a:xfrm>
            <a:off x="7064477" y="3429000"/>
            <a:ext cx="3962401" cy="4462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300" u="none" cap="none" strike="noStrike">
                <a:solidFill>
                  <a:srgbClr val="D5D5D5"/>
                </a:solidFill>
                <a:latin typeface="Sorts Mill Goudy"/>
                <a:ea typeface="Sorts Mill Goudy"/>
                <a:cs typeface="Sorts Mill Goudy"/>
                <a:sym typeface="Sorts Mill Goudy"/>
              </a:rPr>
              <a:t>Optimal number of clusters = 5</a:t>
            </a:r>
            <a:endParaRPr sz="2300">
              <a:solidFill>
                <a:schemeClr val="lt1"/>
              </a:solidFill>
              <a:latin typeface="Sorts Mill Goudy"/>
              <a:ea typeface="Sorts Mill Goudy"/>
              <a:cs typeface="Sorts Mill Goudy"/>
              <a:sym typeface="Sorts Mill Goud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7"/>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Q4. Training a k-means model</a:t>
            </a:r>
            <a:endParaRPr/>
          </a:p>
        </p:txBody>
      </p:sp>
      <p:pic>
        <p:nvPicPr>
          <p:cNvPr id="205" name="Google Shape;205;p27"/>
          <p:cNvPicPr preferRelativeResize="0"/>
          <p:nvPr>
            <p:ph idx="1" type="body"/>
          </p:nvPr>
        </p:nvPicPr>
        <p:blipFill rotWithShape="1">
          <a:blip r:embed="rId3">
            <a:alphaModFix/>
          </a:blip>
          <a:srcRect b="0" l="0" r="0" t="0"/>
          <a:stretch/>
        </p:blipFill>
        <p:spPr>
          <a:xfrm>
            <a:off x="353961" y="1866900"/>
            <a:ext cx="5937416" cy="4265822"/>
          </a:xfrm>
          <a:prstGeom prst="rect">
            <a:avLst/>
          </a:prstGeom>
          <a:noFill/>
          <a:ln>
            <a:noFill/>
          </a:ln>
          <a:effectLst>
            <a:outerShdw blurRad="25400">
              <a:srgbClr val="000000">
                <a:alpha val="45882"/>
              </a:srgbClr>
            </a:outerShdw>
          </a:effectLst>
        </p:spPr>
      </p:pic>
      <p:pic>
        <p:nvPicPr>
          <p:cNvPr id="206" name="Google Shape;206;p27"/>
          <p:cNvPicPr preferRelativeResize="0"/>
          <p:nvPr/>
        </p:nvPicPr>
        <p:blipFill rotWithShape="1">
          <a:blip r:embed="rId4">
            <a:alphaModFix/>
          </a:blip>
          <a:srcRect b="0" l="0" r="0" t="0"/>
          <a:stretch/>
        </p:blipFill>
        <p:spPr>
          <a:xfrm>
            <a:off x="6550862" y="2437710"/>
            <a:ext cx="5390416" cy="3124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884706" y="-18434"/>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Analysis</a:t>
            </a:r>
            <a:endParaRPr/>
          </a:p>
        </p:txBody>
      </p:sp>
      <p:sp>
        <p:nvSpPr>
          <p:cNvPr id="212" name="Google Shape;212;p28"/>
          <p:cNvSpPr txBox="1"/>
          <p:nvPr>
            <p:ph idx="1" type="body"/>
          </p:nvPr>
        </p:nvSpPr>
        <p:spPr>
          <a:xfrm>
            <a:off x="314632" y="958646"/>
            <a:ext cx="11562736" cy="5279922"/>
          </a:xfrm>
          <a:prstGeom prst="rect">
            <a:avLst/>
          </a:prstGeom>
          <a:noFill/>
          <a:ln>
            <a:noFill/>
          </a:ln>
          <a:effectLst>
            <a:outerShdw blurRad="25400">
              <a:srgbClr val="000000">
                <a:alpha val="45882"/>
              </a:srgbClr>
            </a:outerShdw>
          </a:effectLst>
        </p:spPr>
        <p:txBody>
          <a:bodyPr anchorCtr="0" anchor="t" bIns="45700" lIns="91425" spcFirstLastPara="1" rIns="91425" wrap="square" tIns="45700">
            <a:noAutofit/>
          </a:bodyPr>
          <a:lstStyle/>
          <a:p>
            <a:pPr indent="-306000" lvl="0" marL="342900" rtl="0" algn="l">
              <a:lnSpc>
                <a:spcPct val="110000"/>
              </a:lnSpc>
              <a:spcBef>
                <a:spcPts val="0"/>
              </a:spcBef>
              <a:spcAft>
                <a:spcPts val="0"/>
              </a:spcAft>
              <a:buSzPts val="1260"/>
              <a:buChar char="◈"/>
            </a:pPr>
            <a:r>
              <a:rPr b="0" i="0" lang="en-US" sz="1800">
                <a:solidFill>
                  <a:srgbClr val="D5D5D5"/>
                </a:solidFill>
              </a:rPr>
              <a:t>The required columns were selected from the original dataframe and were scaled and transformed.</a:t>
            </a:r>
            <a:endParaRPr/>
          </a:p>
          <a:p>
            <a:pPr indent="-306000" lvl="0" marL="342900" rtl="0" algn="l">
              <a:lnSpc>
                <a:spcPct val="110000"/>
              </a:lnSpc>
              <a:spcBef>
                <a:spcPts val="960"/>
              </a:spcBef>
              <a:spcAft>
                <a:spcPts val="0"/>
              </a:spcAft>
              <a:buSzPts val="1260"/>
              <a:buChar char="◈"/>
            </a:pPr>
            <a:r>
              <a:rPr b="0" i="0" lang="en-US" sz="1800">
                <a:solidFill>
                  <a:srgbClr val="D5D5D5"/>
                </a:solidFill>
              </a:rPr>
              <a:t>The elbow method clearly suggests that the optimal number of clusters is 5.</a:t>
            </a:r>
            <a:endParaRPr/>
          </a:p>
          <a:p>
            <a:pPr indent="-306000" lvl="0" marL="342900" rtl="0" algn="l">
              <a:lnSpc>
                <a:spcPct val="110000"/>
              </a:lnSpc>
              <a:spcBef>
                <a:spcPts val="960"/>
              </a:spcBef>
              <a:spcAft>
                <a:spcPts val="0"/>
              </a:spcAft>
              <a:buSzPts val="1260"/>
              <a:buChar char="◈"/>
            </a:pPr>
            <a:r>
              <a:rPr b="0" i="0" lang="en-US" sz="1800">
                <a:solidFill>
                  <a:srgbClr val="D5D5D5"/>
                </a:solidFill>
              </a:rPr>
              <a:t>PCA was used for dimensionality reduction since a huge number of features were used while training the k-means model. Hence the visualization would be very challenging. PCA helps to curb this problem.</a:t>
            </a:r>
            <a:endParaRPr/>
          </a:p>
          <a:p>
            <a:pPr indent="-306000" lvl="0" marL="342900" rtl="0" algn="l">
              <a:lnSpc>
                <a:spcPct val="110000"/>
              </a:lnSpc>
              <a:spcBef>
                <a:spcPts val="960"/>
              </a:spcBef>
              <a:spcAft>
                <a:spcPts val="0"/>
              </a:spcAft>
              <a:buSzPts val="1260"/>
              <a:buChar char="◈"/>
            </a:pPr>
            <a:r>
              <a:rPr b="0" i="0" lang="en-US" sz="1800">
                <a:solidFill>
                  <a:srgbClr val="D5D5D5"/>
                </a:solidFill>
              </a:rPr>
              <a:t>The major contributors for PCA Component 1 are the engagement metrics like shares, comments, likes, and reactions like wows, happys, sads, etc. On the other hand, the contributors for PCA Component 2 are the types of posts, like video, photo, link, and status.</a:t>
            </a:r>
            <a:endParaRPr/>
          </a:p>
          <a:p>
            <a:pPr indent="-306000" lvl="0" marL="342900" rtl="0" algn="l">
              <a:lnSpc>
                <a:spcPct val="110000"/>
              </a:lnSpc>
              <a:spcBef>
                <a:spcPts val="960"/>
              </a:spcBef>
              <a:spcAft>
                <a:spcPts val="0"/>
              </a:spcAft>
              <a:buSzPts val="1260"/>
              <a:buChar char="◈"/>
            </a:pPr>
            <a:r>
              <a:rPr b="0" i="0" lang="en-US" sz="1800">
                <a:solidFill>
                  <a:srgbClr val="D5D5D5"/>
                </a:solidFill>
              </a:rPr>
              <a:t>The clusters are highly overlapping and hence might imply a lot of shared characteristics between the them.</a:t>
            </a:r>
            <a:endParaRPr/>
          </a:p>
          <a:p>
            <a:pPr indent="-306000" lvl="0" marL="342900" rtl="0" algn="l">
              <a:lnSpc>
                <a:spcPct val="110000"/>
              </a:lnSpc>
              <a:spcBef>
                <a:spcPts val="960"/>
              </a:spcBef>
              <a:spcAft>
                <a:spcPts val="0"/>
              </a:spcAft>
              <a:buSzPts val="1260"/>
              <a:buChar char="◈"/>
            </a:pPr>
            <a:r>
              <a:rPr b="0" i="0" lang="en-US" sz="1800">
                <a:solidFill>
                  <a:srgbClr val="D5D5D5"/>
                </a:solidFill>
              </a:rPr>
              <a:t>Cluster 1 - Has high variability, and indicates varied responses for each post of a similar type</a:t>
            </a:r>
            <a:endParaRPr/>
          </a:p>
          <a:p>
            <a:pPr indent="-306000" lvl="0" marL="342900" rtl="0" algn="l">
              <a:lnSpc>
                <a:spcPct val="110000"/>
              </a:lnSpc>
              <a:spcBef>
                <a:spcPts val="960"/>
              </a:spcBef>
              <a:spcAft>
                <a:spcPts val="0"/>
              </a:spcAft>
              <a:buSzPts val="1260"/>
              <a:buChar char="◈"/>
            </a:pPr>
            <a:r>
              <a:rPr b="0" i="0" lang="en-US" sz="1800">
                <a:solidFill>
                  <a:srgbClr val="D5D5D5"/>
                </a:solidFill>
              </a:rPr>
              <a:t>Cluster 0 and 2 - Achieves consistent results with the engagement metrics across different types of posts and hence displays stability</a:t>
            </a:r>
            <a:endParaRPr/>
          </a:p>
          <a:p>
            <a:pPr indent="-306000" lvl="0" marL="342900" rtl="0" algn="l">
              <a:lnSpc>
                <a:spcPct val="110000"/>
              </a:lnSpc>
              <a:spcBef>
                <a:spcPts val="960"/>
              </a:spcBef>
              <a:spcAft>
                <a:spcPts val="0"/>
              </a:spcAft>
              <a:buSzPts val="1260"/>
              <a:buChar char="◈"/>
            </a:pPr>
            <a:r>
              <a:rPr b="0" i="0" lang="en-US" sz="1800">
                <a:solidFill>
                  <a:srgbClr val="D5D5D5"/>
                </a:solidFill>
              </a:rPr>
              <a:t>Cluster 3 and 4 - Show diversity in engagement metrics, but are probably meant for a niche audience with a preference for specific content type.</a:t>
            </a:r>
            <a:endParaRPr/>
          </a:p>
          <a:p>
            <a:pPr indent="-306000" lvl="0" marL="342900" rtl="0" algn="l">
              <a:lnSpc>
                <a:spcPct val="110000"/>
              </a:lnSpc>
              <a:spcBef>
                <a:spcPts val="960"/>
              </a:spcBef>
              <a:spcAft>
                <a:spcPts val="0"/>
              </a:spcAft>
              <a:buSzPts val="1260"/>
              <a:buChar char="◈"/>
            </a:pPr>
            <a:r>
              <a:rPr b="0" i="0" lang="en-US" sz="1800">
                <a:solidFill>
                  <a:srgbClr val="D5D5D5"/>
                </a:solidFill>
              </a:rPr>
              <a:t>Hence, the creators of the posts must analyze why posts in cluster 1 are getting varied reactions and also draw insights from clusters 0 and 2, since they show consistency with respect to the metrics.</a:t>
            </a:r>
            <a:endParaRPr/>
          </a:p>
          <a:p>
            <a:pPr indent="0" lvl="0" marL="36900" rtl="0" algn="l">
              <a:lnSpc>
                <a:spcPct val="110000"/>
              </a:lnSpc>
              <a:spcBef>
                <a:spcPts val="960"/>
              </a:spcBef>
              <a:spcAft>
                <a:spcPts val="0"/>
              </a:spcAft>
              <a:buSzPts val="1260"/>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Q5. </a:t>
            </a:r>
            <a:r>
              <a:rPr lang="en-US" sz="4800"/>
              <a:t>Count of different types of posts</a:t>
            </a:r>
            <a:br>
              <a:rPr lang="en-US" sz="4800"/>
            </a:br>
            <a:r>
              <a:rPr lang="en-US"/>
              <a:t> </a:t>
            </a:r>
            <a:endParaRPr/>
          </a:p>
        </p:txBody>
      </p:sp>
      <p:pic>
        <p:nvPicPr>
          <p:cNvPr id="218" name="Google Shape;218;p29"/>
          <p:cNvPicPr preferRelativeResize="0"/>
          <p:nvPr>
            <p:ph idx="1" type="body"/>
          </p:nvPr>
        </p:nvPicPr>
        <p:blipFill rotWithShape="1">
          <a:blip r:embed="rId3">
            <a:alphaModFix/>
          </a:blip>
          <a:srcRect b="0" l="0" r="0" t="0"/>
          <a:stretch/>
        </p:blipFill>
        <p:spPr>
          <a:xfrm>
            <a:off x="913795" y="2166644"/>
            <a:ext cx="3503973" cy="3144591"/>
          </a:xfrm>
          <a:prstGeom prst="rect">
            <a:avLst/>
          </a:prstGeom>
          <a:noFill/>
          <a:ln>
            <a:noFill/>
          </a:ln>
          <a:effectLst>
            <a:outerShdw blurRad="25400">
              <a:srgbClr val="000000">
                <a:alpha val="45882"/>
              </a:srgbClr>
            </a:outerShdw>
          </a:effectLst>
        </p:spPr>
      </p:pic>
      <p:sp>
        <p:nvSpPr>
          <p:cNvPr id="219" name="Google Shape;219;p29"/>
          <p:cNvSpPr txBox="1"/>
          <p:nvPr/>
        </p:nvSpPr>
        <p:spPr>
          <a:xfrm>
            <a:off x="4970205" y="2271252"/>
            <a:ext cx="5751871" cy="186204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300">
                <a:solidFill>
                  <a:srgbClr val="D5D5D5"/>
                </a:solidFill>
                <a:latin typeface="Sorts Mill Goudy"/>
                <a:ea typeface="Sorts Mill Goudy"/>
                <a:cs typeface="Sorts Mill Goudy"/>
                <a:sym typeface="Sorts Mill Goudy"/>
              </a:rPr>
              <a:t>Most posts are of the type "Photo", closely followed by "Video". While "Status" is posted a considerable number of times, "Links" are barely used. This highlights the content preferences of the audience.</a:t>
            </a:r>
            <a:endParaRPr sz="2300">
              <a:solidFill>
                <a:schemeClr val="lt1"/>
              </a:solidFill>
              <a:latin typeface="Sorts Mill Goudy"/>
              <a:ea typeface="Sorts Mill Goudy"/>
              <a:cs typeface="Sorts Mill Goudy"/>
              <a:sym typeface="Sorts Mill Goud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913795" y="60960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2"/>
              </a:buClr>
              <a:buSzPct val="100000"/>
              <a:buFont typeface="Sorts Mill Goudy"/>
              <a:buNone/>
            </a:pPr>
            <a:r>
              <a:rPr lang="en-US"/>
              <a:t>Q6. </a:t>
            </a:r>
            <a:r>
              <a:rPr lang="en-US" sz="4800"/>
              <a:t>Average value of different features</a:t>
            </a:r>
            <a:br>
              <a:rPr lang="en-US" sz="4800"/>
            </a:br>
            <a:r>
              <a:rPr lang="en-US"/>
              <a:t> </a:t>
            </a:r>
            <a:endParaRPr/>
          </a:p>
        </p:txBody>
      </p:sp>
      <p:pic>
        <p:nvPicPr>
          <p:cNvPr id="225" name="Google Shape;225;p30"/>
          <p:cNvPicPr preferRelativeResize="0"/>
          <p:nvPr>
            <p:ph idx="1" type="body"/>
          </p:nvPr>
        </p:nvPicPr>
        <p:blipFill rotWithShape="1">
          <a:blip r:embed="rId3">
            <a:alphaModFix/>
          </a:blip>
          <a:srcRect b="0" l="0" r="0" t="0"/>
          <a:stretch/>
        </p:blipFill>
        <p:spPr>
          <a:xfrm>
            <a:off x="654855" y="1604501"/>
            <a:ext cx="5111764" cy="4727252"/>
          </a:xfrm>
          <a:prstGeom prst="rect">
            <a:avLst/>
          </a:prstGeom>
          <a:noFill/>
          <a:ln>
            <a:noFill/>
          </a:ln>
          <a:effectLst>
            <a:outerShdw blurRad="25400">
              <a:srgbClr val="000000">
                <a:alpha val="45882"/>
              </a:srgbClr>
            </a:outerShdw>
          </a:effectLst>
        </p:spPr>
      </p:pic>
      <p:sp>
        <p:nvSpPr>
          <p:cNvPr id="226" name="Google Shape;226;p30"/>
          <p:cNvSpPr txBox="1"/>
          <p:nvPr/>
        </p:nvSpPr>
        <p:spPr>
          <a:xfrm>
            <a:off x="6425384" y="2079522"/>
            <a:ext cx="4842174" cy="256993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2300">
                <a:solidFill>
                  <a:srgbClr val="D5D5D5"/>
                </a:solidFill>
                <a:latin typeface="Sorts Mill Goudy"/>
                <a:ea typeface="Sorts Mill Goudy"/>
                <a:cs typeface="Sorts Mill Goudy"/>
                <a:sym typeface="Sorts Mill Goudy"/>
              </a:rPr>
              <a:t>Videos are shared the most and also receive the highest number of comments, while links gain the highest number of reactions on an average. The other post types have a consistent number of shares and comments on an average.</a:t>
            </a:r>
            <a:endParaRPr sz="2300">
              <a:solidFill>
                <a:schemeClr val="lt1"/>
              </a:solidFill>
              <a:latin typeface="Sorts Mill Goudy"/>
              <a:ea typeface="Sorts Mill Goudy"/>
              <a:cs typeface="Sorts Mill Goudy"/>
              <a:sym typeface="Sorts Mill Goud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919119" y="2800350"/>
            <a:ext cx="10353762" cy="1257300"/>
          </a:xfrm>
          <a:prstGeom prst="rect">
            <a:avLst/>
          </a:prstGeom>
          <a:noFill/>
          <a:ln>
            <a:noFill/>
          </a:ln>
          <a:effectLst>
            <a:outerShdw blurRad="25400">
              <a:srgbClr val="000000">
                <a:alpha val="45882"/>
              </a:srgbClr>
            </a:outerShdw>
          </a:effectLst>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2"/>
              </a:buClr>
              <a:buSzPts val="4600"/>
              <a:buFont typeface="Sorts Mill Goudy"/>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VTI">
  <a:themeElements>
    <a:clrScheme name="Green">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ateVTI">
  <a:themeElements>
    <a:clrScheme name="Custom 35">
      <a:dk1>
        <a:srgbClr val="000000"/>
      </a:dk1>
      <a:lt1>
        <a:srgbClr val="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